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8"/>
  </p:sldMasterIdLst>
  <p:notesMasterIdLst>
    <p:notesMasterId r:id="rId19"/>
  </p:notesMasterIdLst>
  <p:handoutMasterIdLst>
    <p:handoutMasterId r:id="rId20"/>
  </p:handoutMasterIdLst>
  <p:sldIdLst>
    <p:sldId id="315" r:id="rId9"/>
    <p:sldId id="341" r:id="rId10"/>
    <p:sldId id="346" r:id="rId11"/>
    <p:sldId id="347" r:id="rId12"/>
    <p:sldId id="348" r:id="rId13"/>
    <p:sldId id="349" r:id="rId14"/>
    <p:sldId id="345" r:id="rId15"/>
    <p:sldId id="343" r:id="rId16"/>
    <p:sldId id="344" r:id="rId17"/>
    <p:sldId id="342" r:id="rId18"/>
  </p:sldIdLst>
  <p:sldSz cx="12169775" cy="6858000"/>
  <p:notesSz cx="6858000" cy="9144000"/>
  <p:custDataLst>
    <p:custData r:id="rId2"/>
    <p:custData r:id="rId7"/>
    <p:custData r:id="rId4"/>
    <p:custData r:id="rId5"/>
    <p:custData r:id="rId6"/>
    <p:custData r:id="rId1"/>
    <p:custData r:id="rId3"/>
    <p:tags r:id="rId2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 title" id="{95C52D09-2DEB-4F98-8362-E7FC37D1B415}">
          <p14:sldIdLst>
            <p14:sldId id="315"/>
          </p14:sldIdLst>
        </p14:section>
        <p14:section name="Chapter title" id="{42CE5625-B973-4D71-8259-0ACE94D76670}">
          <p14:sldIdLst/>
        </p14:section>
        <p14:section name="Content" id="{F3504D70-21CE-437B-B57A-D947E69E63DC}">
          <p14:sldIdLst>
            <p14:sldId id="341"/>
            <p14:sldId id="346"/>
            <p14:sldId id="347"/>
            <p14:sldId id="348"/>
            <p14:sldId id="349"/>
            <p14:sldId id="345"/>
            <p14:sldId id="343"/>
            <p14:sldId id="344"/>
            <p14:sldId id="342"/>
          </p14:sldIdLst>
        </p14:section>
        <p14:section name="Appendix" id="{B8F4B0F8-4F5C-4B99-819C-70AB7AE7D1D0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ny Welle" initials="DW" lastIdx="1" clrIdx="0">
    <p:extLst>
      <p:ext uri="{19B8F6BF-5375-455C-9EA6-DF929625EA0E}">
        <p15:presenceInfo xmlns:p15="http://schemas.microsoft.com/office/powerpoint/2012/main" userId="S-1-5-21-2414005191-2431363525-1628603290-159728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00"/>
    <a:srgbClr val="CEEFFB"/>
    <a:srgbClr val="FFE0C9"/>
    <a:srgbClr val="3366CC"/>
    <a:srgbClr val="996633"/>
    <a:srgbClr val="666633"/>
    <a:srgbClr val="996600"/>
    <a:srgbClr val="80CC9C"/>
    <a:srgbClr val="FFF3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EEB221-17FA-4A82-BAEE-4A1B03EDCCA0}" v="34" dt="2025-10-17T05:39:46.522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5" autoAdjust="0"/>
    <p:restoredTop sz="96406" autoAdjust="0"/>
  </p:normalViewPr>
  <p:slideViewPr>
    <p:cSldViewPr snapToGrid="0">
      <p:cViewPr varScale="1">
        <p:scale>
          <a:sx n="145" d="100"/>
          <a:sy n="145" d="100"/>
        </p:scale>
        <p:origin x="858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customXml" Target="../customXml/item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3.xml"/><Relationship Id="rId24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7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adiga, Aruna" userId="0eee9853-0f3c-4b8d-bbcf-43108229d2cf" providerId="ADAL" clId="{96F70717-7CD5-4EB2-B250-2F6BFDFC96A4}"/>
    <pc:docChg chg="undo custSel modSld sldOrd">
      <pc:chgData name="Devadiga, Aruna" userId="0eee9853-0f3c-4b8d-bbcf-43108229d2cf" providerId="ADAL" clId="{96F70717-7CD5-4EB2-B250-2F6BFDFC96A4}" dt="2023-11-30T08:09:20.982" v="1133" actId="1076"/>
      <pc:docMkLst>
        <pc:docMk/>
      </pc:docMkLst>
      <pc:sldChg chg="addSp delSp modSp mod modAnim">
        <pc:chgData name="Devadiga, Aruna" userId="0eee9853-0f3c-4b8d-bbcf-43108229d2cf" providerId="ADAL" clId="{96F70717-7CD5-4EB2-B250-2F6BFDFC96A4}" dt="2023-11-29T17:21:03.187" v="1054" actId="1076"/>
        <pc:sldMkLst>
          <pc:docMk/>
          <pc:sldMk cId="4114432618" sldId="320"/>
        </pc:sldMkLst>
      </pc:sldChg>
      <pc:sldChg chg="delSp modSp mod delAnim">
        <pc:chgData name="Devadiga, Aruna" userId="0eee9853-0f3c-4b8d-bbcf-43108229d2cf" providerId="ADAL" clId="{96F70717-7CD5-4EB2-B250-2F6BFDFC96A4}" dt="2023-11-29T14:25:32.585" v="158" actId="20577"/>
        <pc:sldMkLst>
          <pc:docMk/>
          <pc:sldMk cId="1154397870" sldId="321"/>
        </pc:sldMkLst>
      </pc:sldChg>
      <pc:sldChg chg="modSp mod">
        <pc:chgData name="Devadiga, Aruna" userId="0eee9853-0f3c-4b8d-bbcf-43108229d2cf" providerId="ADAL" clId="{96F70717-7CD5-4EB2-B250-2F6BFDFC96A4}" dt="2023-11-29T17:13:55.296" v="982" actId="20577"/>
        <pc:sldMkLst>
          <pc:docMk/>
          <pc:sldMk cId="1995191675" sldId="334"/>
        </pc:sldMkLst>
      </pc:sldChg>
      <pc:sldChg chg="delSp modSp mod">
        <pc:chgData name="Devadiga, Aruna" userId="0eee9853-0f3c-4b8d-bbcf-43108229d2cf" providerId="ADAL" clId="{96F70717-7CD5-4EB2-B250-2F6BFDFC96A4}" dt="2023-11-29T14:25:09.672" v="152" actId="21"/>
        <pc:sldMkLst>
          <pc:docMk/>
          <pc:sldMk cId="2081337767" sldId="338"/>
        </pc:sldMkLst>
      </pc:sldChg>
      <pc:sldChg chg="delSp mod">
        <pc:chgData name="Devadiga, Aruna" userId="0eee9853-0f3c-4b8d-bbcf-43108229d2cf" providerId="ADAL" clId="{96F70717-7CD5-4EB2-B250-2F6BFDFC96A4}" dt="2023-11-29T16:20:12.145" v="801" actId="21"/>
        <pc:sldMkLst>
          <pc:docMk/>
          <pc:sldMk cId="2391963471" sldId="340"/>
        </pc:sldMkLst>
      </pc:sldChg>
      <pc:sldChg chg="delSp mod">
        <pc:chgData name="Devadiga, Aruna" userId="0eee9853-0f3c-4b8d-bbcf-43108229d2cf" providerId="ADAL" clId="{96F70717-7CD5-4EB2-B250-2F6BFDFC96A4}" dt="2023-11-29T16:20:37.925" v="803" actId="478"/>
        <pc:sldMkLst>
          <pc:docMk/>
          <pc:sldMk cId="1110207237" sldId="342"/>
        </pc:sldMkLst>
      </pc:sldChg>
      <pc:sldChg chg="addSp delSp modSp mod ord modAnim">
        <pc:chgData name="Devadiga, Aruna" userId="0eee9853-0f3c-4b8d-bbcf-43108229d2cf" providerId="ADAL" clId="{96F70717-7CD5-4EB2-B250-2F6BFDFC96A4}" dt="2023-11-30T07:49:00.890" v="1120"/>
        <pc:sldMkLst>
          <pc:docMk/>
          <pc:sldMk cId="1206351708" sldId="343"/>
        </pc:sldMkLst>
      </pc:sldChg>
      <pc:sldChg chg="addSp delSp modSp mod delAnim modAnim">
        <pc:chgData name="Devadiga, Aruna" userId="0eee9853-0f3c-4b8d-bbcf-43108229d2cf" providerId="ADAL" clId="{96F70717-7CD5-4EB2-B250-2F6BFDFC96A4}" dt="2023-11-29T15:48:37.436" v="460" actId="14861"/>
        <pc:sldMkLst>
          <pc:docMk/>
          <pc:sldMk cId="3065793940" sldId="351"/>
        </pc:sldMkLst>
      </pc:sldChg>
      <pc:sldChg chg="addSp delSp modSp mod delAnim modAnim">
        <pc:chgData name="Devadiga, Aruna" userId="0eee9853-0f3c-4b8d-bbcf-43108229d2cf" providerId="ADAL" clId="{96F70717-7CD5-4EB2-B250-2F6BFDFC96A4}" dt="2023-11-30T06:17:36.859" v="1086"/>
        <pc:sldMkLst>
          <pc:docMk/>
          <pc:sldMk cId="2246358593" sldId="352"/>
        </pc:sldMkLst>
      </pc:sldChg>
      <pc:sldChg chg="addSp delSp modSp mod delAnim modAnim">
        <pc:chgData name="Devadiga, Aruna" userId="0eee9853-0f3c-4b8d-bbcf-43108229d2cf" providerId="ADAL" clId="{96F70717-7CD5-4EB2-B250-2F6BFDFC96A4}" dt="2023-11-29T16:19:25.158" v="800" actId="14100"/>
        <pc:sldMkLst>
          <pc:docMk/>
          <pc:sldMk cId="780513868" sldId="360"/>
        </pc:sldMkLst>
      </pc:sldChg>
      <pc:sldChg chg="delSp mod">
        <pc:chgData name="Devadiga, Aruna" userId="0eee9853-0f3c-4b8d-bbcf-43108229d2cf" providerId="ADAL" clId="{96F70717-7CD5-4EB2-B250-2F6BFDFC96A4}" dt="2023-11-29T16:20:19.606" v="802" actId="478"/>
        <pc:sldMkLst>
          <pc:docMk/>
          <pc:sldMk cId="4173706850" sldId="361"/>
        </pc:sldMkLst>
      </pc:sldChg>
      <pc:sldChg chg="modSp">
        <pc:chgData name="Devadiga, Aruna" userId="0eee9853-0f3c-4b8d-bbcf-43108229d2cf" providerId="ADAL" clId="{96F70717-7CD5-4EB2-B250-2F6BFDFC96A4}" dt="2023-11-30T07:03:22.536" v="1087" actId="20578"/>
        <pc:sldMkLst>
          <pc:docMk/>
          <pc:sldMk cId="306595572" sldId="362"/>
        </pc:sldMkLst>
      </pc:sldChg>
      <pc:sldChg chg="addSp delSp modSp mod delAnim modAnim">
        <pc:chgData name="Devadiga, Aruna" userId="0eee9853-0f3c-4b8d-bbcf-43108229d2cf" providerId="ADAL" clId="{96F70717-7CD5-4EB2-B250-2F6BFDFC96A4}" dt="2023-11-29T16:08:18.346" v="659"/>
        <pc:sldMkLst>
          <pc:docMk/>
          <pc:sldMk cId="2791663611" sldId="411"/>
        </pc:sldMkLst>
      </pc:sldChg>
      <pc:sldChg chg="modSp mod">
        <pc:chgData name="Devadiga, Aruna" userId="0eee9853-0f3c-4b8d-bbcf-43108229d2cf" providerId="ADAL" clId="{96F70717-7CD5-4EB2-B250-2F6BFDFC96A4}" dt="2023-11-30T07:47:47.259" v="1118" actId="20577"/>
        <pc:sldMkLst>
          <pc:docMk/>
          <pc:sldMk cId="1816992847" sldId="412"/>
        </pc:sldMkLst>
      </pc:sldChg>
      <pc:sldChg chg="addSp delSp modSp mod">
        <pc:chgData name="Devadiga, Aruna" userId="0eee9853-0f3c-4b8d-bbcf-43108229d2cf" providerId="ADAL" clId="{96F70717-7CD5-4EB2-B250-2F6BFDFC96A4}" dt="2023-11-30T08:09:20.982" v="1133" actId="1076"/>
        <pc:sldMkLst>
          <pc:docMk/>
          <pc:sldMk cId="2553827806" sldId="413"/>
        </pc:sldMkLst>
      </pc:sldChg>
      <pc:sldChg chg="delSp modSp mod modAnim">
        <pc:chgData name="Devadiga, Aruna" userId="0eee9853-0f3c-4b8d-bbcf-43108229d2cf" providerId="ADAL" clId="{96F70717-7CD5-4EB2-B250-2F6BFDFC96A4}" dt="2023-11-30T07:05:13.656" v="1091" actId="20577"/>
        <pc:sldMkLst>
          <pc:docMk/>
          <pc:sldMk cId="3386280451" sldId="414"/>
        </pc:sldMkLst>
      </pc:sldChg>
    </pc:docChg>
  </pc:docChgLst>
  <pc:docChgLst>
    <pc:chgData name="Devadiga, Aruna" userId="0eee9853-0f3c-4b8d-bbcf-43108229d2cf" providerId="ADAL" clId="{90C237CD-D7D4-46AB-BFBE-9F6FB6E07EE1}"/>
    <pc:docChg chg="undo custSel addSld delSld modSld modSection">
      <pc:chgData name="Devadiga, Aruna" userId="0eee9853-0f3c-4b8d-bbcf-43108229d2cf" providerId="ADAL" clId="{90C237CD-D7D4-46AB-BFBE-9F6FB6E07EE1}" dt="2025-02-04T09:54:00.216" v="279" actId="20577"/>
      <pc:docMkLst>
        <pc:docMk/>
      </pc:docMkLst>
      <pc:sldChg chg="modSp mod">
        <pc:chgData name="Devadiga, Aruna" userId="0eee9853-0f3c-4b8d-bbcf-43108229d2cf" providerId="ADAL" clId="{90C237CD-D7D4-46AB-BFBE-9F6FB6E07EE1}" dt="2025-02-04T08:20:13.480" v="87" actId="1076"/>
        <pc:sldMkLst>
          <pc:docMk/>
          <pc:sldMk cId="3897055244" sldId="315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4114432618" sldId="320"/>
        </pc:sldMkLst>
      </pc:sldChg>
      <pc:sldChg chg="delSp modSp mod">
        <pc:chgData name="Devadiga, Aruna" userId="0eee9853-0f3c-4b8d-bbcf-43108229d2cf" providerId="ADAL" clId="{90C237CD-D7D4-46AB-BFBE-9F6FB6E07EE1}" dt="2025-02-04T09:51:45.808" v="235" actId="20577"/>
        <pc:sldMkLst>
          <pc:docMk/>
          <pc:sldMk cId="1154397870" sldId="321"/>
        </pc:sldMkLst>
      </pc:sldChg>
      <pc:sldChg chg="modSp mod">
        <pc:chgData name="Devadiga, Aruna" userId="0eee9853-0f3c-4b8d-bbcf-43108229d2cf" providerId="ADAL" clId="{90C237CD-D7D4-46AB-BFBE-9F6FB6E07EE1}" dt="2025-02-04T07:40:35.522" v="30" actId="20577"/>
        <pc:sldMkLst>
          <pc:docMk/>
          <pc:sldMk cId="1995191675" sldId="334"/>
        </pc:sldMkLst>
      </pc:sldChg>
      <pc:sldChg chg="modSp add mod">
        <pc:chgData name="Devadiga, Aruna" userId="0eee9853-0f3c-4b8d-bbcf-43108229d2cf" providerId="ADAL" clId="{90C237CD-D7D4-46AB-BFBE-9F6FB6E07EE1}" dt="2025-02-04T08:23:41.251" v="140" actId="21"/>
        <pc:sldMkLst>
          <pc:docMk/>
          <pc:sldMk cId="3990378149" sldId="335"/>
        </pc:sldMkLst>
      </pc:sldChg>
      <pc:sldChg chg="modSp add mod">
        <pc:chgData name="Devadiga, Aruna" userId="0eee9853-0f3c-4b8d-bbcf-43108229d2cf" providerId="ADAL" clId="{90C237CD-D7D4-46AB-BFBE-9F6FB6E07EE1}" dt="2025-02-04T08:23:57.876" v="144" actId="20577"/>
        <pc:sldMkLst>
          <pc:docMk/>
          <pc:sldMk cId="205012570" sldId="336"/>
        </pc:sldMkLst>
      </pc:sldChg>
      <pc:sldChg chg="modSp add mod">
        <pc:chgData name="Devadiga, Aruna" userId="0eee9853-0f3c-4b8d-bbcf-43108229d2cf" providerId="ADAL" clId="{90C237CD-D7D4-46AB-BFBE-9F6FB6E07EE1}" dt="2025-02-04T08:25:07.027" v="152" actId="12"/>
        <pc:sldMkLst>
          <pc:docMk/>
          <pc:sldMk cId="3161441096" sldId="337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2081337767" sldId="338"/>
        </pc:sldMkLst>
      </pc:sldChg>
      <pc:sldChg chg="modSp add mod">
        <pc:chgData name="Devadiga, Aruna" userId="0eee9853-0f3c-4b8d-bbcf-43108229d2cf" providerId="ADAL" clId="{90C237CD-D7D4-46AB-BFBE-9F6FB6E07EE1}" dt="2025-02-04T08:28:52.516" v="199" actId="113"/>
        <pc:sldMkLst>
          <pc:docMk/>
          <pc:sldMk cId="3917027335" sldId="338"/>
        </pc:sldMkLst>
      </pc:sldChg>
      <pc:sldChg chg="modSp add mod">
        <pc:chgData name="Devadiga, Aruna" userId="0eee9853-0f3c-4b8d-bbcf-43108229d2cf" providerId="ADAL" clId="{90C237CD-D7D4-46AB-BFBE-9F6FB6E07EE1}" dt="2025-02-04T09:52:44.230" v="258" actId="20577"/>
        <pc:sldMkLst>
          <pc:docMk/>
          <pc:sldMk cId="2529408748" sldId="339"/>
        </pc:sldMkLst>
      </pc:sldChg>
      <pc:sldChg chg="modSp add mod">
        <pc:chgData name="Devadiga, Aruna" userId="0eee9853-0f3c-4b8d-bbcf-43108229d2cf" providerId="ADAL" clId="{90C237CD-D7D4-46AB-BFBE-9F6FB6E07EE1}" dt="2025-02-04T09:53:23.983" v="277" actId="20577"/>
        <pc:sldMkLst>
          <pc:docMk/>
          <pc:sldMk cId="596037234" sldId="340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2391963471" sldId="340"/>
        </pc:sldMkLst>
      </pc:sldChg>
      <pc:sldChg chg="modSp add mod">
        <pc:chgData name="Devadiga, Aruna" userId="0eee9853-0f3c-4b8d-bbcf-43108229d2cf" providerId="ADAL" clId="{90C237CD-D7D4-46AB-BFBE-9F6FB6E07EE1}" dt="2025-02-04T09:54:00.216" v="279" actId="20577"/>
        <pc:sldMkLst>
          <pc:docMk/>
          <pc:sldMk cId="1657597810" sldId="341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1110207237" sldId="342"/>
        </pc:sldMkLst>
      </pc:sldChg>
      <pc:sldChg chg="modSp add mod">
        <pc:chgData name="Devadiga, Aruna" userId="0eee9853-0f3c-4b8d-bbcf-43108229d2cf" providerId="ADAL" clId="{90C237CD-D7D4-46AB-BFBE-9F6FB6E07EE1}" dt="2025-02-04T08:31:52.473" v="228" actId="113"/>
        <pc:sldMkLst>
          <pc:docMk/>
          <pc:sldMk cId="3136756873" sldId="342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1206351708" sldId="343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3065793940" sldId="351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2246358593" sldId="352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4114456333" sldId="354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3111357856" sldId="359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780513868" sldId="360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4173706850" sldId="361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306595572" sldId="362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2791663611" sldId="411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1816992847" sldId="412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2553827806" sldId="413"/>
        </pc:sldMkLst>
      </pc:sldChg>
      <pc:sldChg chg="del">
        <pc:chgData name="Devadiga, Aruna" userId="0eee9853-0f3c-4b8d-bbcf-43108229d2cf" providerId="ADAL" clId="{90C237CD-D7D4-46AB-BFBE-9F6FB6E07EE1}" dt="2025-02-04T07:40:40.047" v="31" actId="47"/>
        <pc:sldMkLst>
          <pc:docMk/>
          <pc:sldMk cId="3386280451" sldId="414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1323018885" sldId="415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3500907864" sldId="416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1974198937" sldId="418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808127016" sldId="419"/>
        </pc:sldMkLst>
      </pc:sldChg>
    </pc:docChg>
  </pc:docChgLst>
  <pc:docChgLst>
    <pc:chgData name="Fartade, Pranav" userId="S::pranav.fartade@siemens-healthineers.com::e4a364f3-11ad-45a7-acfb-4be344abe8af" providerId="AD" clId="Web-{8C45BC21-A7DD-FE67-B536-7E0F128ACC3A}"/>
    <pc:docChg chg="modSld">
      <pc:chgData name="Fartade, Pranav" userId="S::pranav.fartade@siemens-healthineers.com::e4a364f3-11ad-45a7-acfb-4be344abe8af" providerId="AD" clId="Web-{8C45BC21-A7DD-FE67-B536-7E0F128ACC3A}" dt="2023-12-13T07:31:04.245" v="4" actId="14100"/>
      <pc:docMkLst>
        <pc:docMk/>
      </pc:docMkLst>
      <pc:sldChg chg="addSp delSp modSp">
        <pc:chgData name="Fartade, Pranav" userId="S::pranav.fartade@siemens-healthineers.com::e4a364f3-11ad-45a7-acfb-4be344abe8af" providerId="AD" clId="Web-{8C45BC21-A7DD-FE67-B536-7E0F128ACC3A}" dt="2023-12-13T07:31:04.245" v="4" actId="14100"/>
        <pc:sldMkLst>
          <pc:docMk/>
          <pc:sldMk cId="834695066" sldId="417"/>
        </pc:sldMkLst>
      </pc:sldChg>
    </pc:docChg>
  </pc:docChgLst>
  <pc:docChgLst>
    <pc:chgData name="Devadiga, Aruna" userId="0eee9853-0f3c-4b8d-bbcf-43108229d2cf" providerId="ADAL" clId="{261419F1-3754-40FD-898B-F847698B6CFB}"/>
    <pc:docChg chg="undo custSel addSld delSld modSld sldOrd modSection">
      <pc:chgData name="Devadiga, Aruna" userId="0eee9853-0f3c-4b8d-bbcf-43108229d2cf" providerId="ADAL" clId="{261419F1-3754-40FD-898B-F847698B6CFB}" dt="2023-12-13T08:31:24.936" v="1592" actId="1036"/>
      <pc:docMkLst>
        <pc:docMk/>
      </pc:docMkLst>
      <pc:sldChg chg="modSp mod">
        <pc:chgData name="Devadiga, Aruna" userId="0eee9853-0f3c-4b8d-bbcf-43108229d2cf" providerId="ADAL" clId="{261419F1-3754-40FD-898B-F847698B6CFB}" dt="2023-12-13T06:25:39.611" v="293" actId="404"/>
        <pc:sldMkLst>
          <pc:docMk/>
          <pc:sldMk cId="3897055244" sldId="315"/>
        </pc:sldMkLst>
      </pc:sldChg>
      <pc:sldChg chg="addSp delSp modSp mod">
        <pc:chgData name="Devadiga, Aruna" userId="0eee9853-0f3c-4b8d-bbcf-43108229d2cf" providerId="ADAL" clId="{261419F1-3754-40FD-898B-F847698B6CFB}" dt="2023-12-13T07:16:24.779" v="743" actId="1076"/>
        <pc:sldMkLst>
          <pc:docMk/>
          <pc:sldMk cId="4114432618" sldId="320"/>
        </pc:sldMkLst>
      </pc:sldChg>
      <pc:sldChg chg="modSp mod">
        <pc:chgData name="Devadiga, Aruna" userId="0eee9853-0f3c-4b8d-bbcf-43108229d2cf" providerId="ADAL" clId="{261419F1-3754-40FD-898B-F847698B6CFB}" dt="2023-12-13T06:20:03.739" v="240" actId="20577"/>
        <pc:sldMkLst>
          <pc:docMk/>
          <pc:sldMk cId="1154397870" sldId="321"/>
        </pc:sldMkLst>
      </pc:sldChg>
      <pc:sldChg chg="modSp mod">
        <pc:chgData name="Devadiga, Aruna" userId="0eee9853-0f3c-4b8d-bbcf-43108229d2cf" providerId="ADAL" clId="{261419F1-3754-40FD-898B-F847698B6CFB}" dt="2023-12-13T06:16:06.542" v="107" actId="20577"/>
        <pc:sldMkLst>
          <pc:docMk/>
          <pc:sldMk cId="1995191675" sldId="334"/>
        </pc:sldMkLst>
      </pc:sldChg>
      <pc:sldChg chg="modSp mod">
        <pc:chgData name="Devadiga, Aruna" userId="0eee9853-0f3c-4b8d-bbcf-43108229d2cf" providerId="ADAL" clId="{261419F1-3754-40FD-898B-F847698B6CFB}" dt="2023-12-13T06:19:55.404" v="233" actId="20577"/>
        <pc:sldMkLst>
          <pc:docMk/>
          <pc:sldMk cId="2081337767" sldId="338"/>
        </pc:sldMkLst>
      </pc:sldChg>
      <pc:sldChg chg="modSp mod">
        <pc:chgData name="Devadiga, Aruna" userId="0eee9853-0f3c-4b8d-bbcf-43108229d2cf" providerId="ADAL" clId="{261419F1-3754-40FD-898B-F847698B6CFB}" dt="2023-12-13T06:37:55.635" v="465" actId="20577"/>
        <pc:sldMkLst>
          <pc:docMk/>
          <pc:sldMk cId="2391963471" sldId="340"/>
        </pc:sldMkLst>
      </pc:sldChg>
      <pc:sldChg chg="modSp mod">
        <pc:chgData name="Devadiga, Aruna" userId="0eee9853-0f3c-4b8d-bbcf-43108229d2cf" providerId="ADAL" clId="{261419F1-3754-40FD-898B-F847698B6CFB}" dt="2023-12-13T06:18:51.606" v="184" actId="20577"/>
        <pc:sldMkLst>
          <pc:docMk/>
          <pc:sldMk cId="1110207237" sldId="342"/>
        </pc:sldMkLst>
      </pc:sldChg>
      <pc:sldChg chg="modSp mod">
        <pc:chgData name="Devadiga, Aruna" userId="0eee9853-0f3c-4b8d-bbcf-43108229d2cf" providerId="ADAL" clId="{261419F1-3754-40FD-898B-F847698B6CFB}" dt="2023-12-13T07:23:02.726" v="747" actId="14100"/>
        <pc:sldMkLst>
          <pc:docMk/>
          <pc:sldMk cId="1206351708" sldId="343"/>
        </pc:sldMkLst>
      </pc:sldChg>
      <pc:sldChg chg="modSp mod">
        <pc:chgData name="Devadiga, Aruna" userId="0eee9853-0f3c-4b8d-bbcf-43108229d2cf" providerId="ADAL" clId="{261419F1-3754-40FD-898B-F847698B6CFB}" dt="2023-12-13T06:18:18.414" v="163" actId="20577"/>
        <pc:sldMkLst>
          <pc:docMk/>
          <pc:sldMk cId="3065793940" sldId="351"/>
        </pc:sldMkLst>
      </pc:sldChg>
      <pc:sldChg chg="modSp mod">
        <pc:chgData name="Devadiga, Aruna" userId="0eee9853-0f3c-4b8d-bbcf-43108229d2cf" providerId="ADAL" clId="{261419F1-3754-40FD-898B-F847698B6CFB}" dt="2023-12-13T06:18:09.567" v="156" actId="20577"/>
        <pc:sldMkLst>
          <pc:docMk/>
          <pc:sldMk cId="2246358593" sldId="352"/>
        </pc:sldMkLst>
      </pc:sldChg>
      <pc:sldChg chg="modSp mod">
        <pc:chgData name="Devadiga, Aruna" userId="0eee9853-0f3c-4b8d-bbcf-43108229d2cf" providerId="ADAL" clId="{261419F1-3754-40FD-898B-F847698B6CFB}" dt="2023-12-13T06:18:26.766" v="170" actId="20577"/>
        <pc:sldMkLst>
          <pc:docMk/>
          <pc:sldMk cId="4114456333" sldId="354"/>
        </pc:sldMkLst>
      </pc:sldChg>
      <pc:sldChg chg="modSp mod">
        <pc:chgData name="Devadiga, Aruna" userId="0eee9853-0f3c-4b8d-bbcf-43108229d2cf" providerId="ADAL" clId="{261419F1-3754-40FD-898B-F847698B6CFB}" dt="2023-12-13T06:31:41.858" v="364" actId="20577"/>
        <pc:sldMkLst>
          <pc:docMk/>
          <pc:sldMk cId="3111357856" sldId="359"/>
        </pc:sldMkLst>
      </pc:sldChg>
      <pc:sldChg chg="modSp mod">
        <pc:chgData name="Devadiga, Aruna" userId="0eee9853-0f3c-4b8d-bbcf-43108229d2cf" providerId="ADAL" clId="{261419F1-3754-40FD-898B-F847698B6CFB}" dt="2023-12-13T06:41:17.232" v="559" actId="20577"/>
        <pc:sldMkLst>
          <pc:docMk/>
          <pc:sldMk cId="780513868" sldId="360"/>
        </pc:sldMkLst>
      </pc:sldChg>
      <pc:sldChg chg="modSp mod">
        <pc:chgData name="Devadiga, Aruna" userId="0eee9853-0f3c-4b8d-bbcf-43108229d2cf" providerId="ADAL" clId="{261419F1-3754-40FD-898B-F847698B6CFB}" dt="2023-12-13T06:29:17.709" v="327" actId="20577"/>
        <pc:sldMkLst>
          <pc:docMk/>
          <pc:sldMk cId="4173706850" sldId="361"/>
        </pc:sldMkLst>
      </pc:sldChg>
      <pc:sldChg chg="modSp mod">
        <pc:chgData name="Devadiga, Aruna" userId="0eee9853-0f3c-4b8d-bbcf-43108229d2cf" providerId="ADAL" clId="{261419F1-3754-40FD-898B-F847698B6CFB}" dt="2023-12-13T08:18:20.808" v="1549" actId="20577"/>
        <pc:sldMkLst>
          <pc:docMk/>
          <pc:sldMk cId="306595572" sldId="362"/>
        </pc:sldMkLst>
      </pc:sldChg>
      <pc:sldChg chg="modSp mod">
        <pc:chgData name="Devadiga, Aruna" userId="0eee9853-0f3c-4b8d-bbcf-43108229d2cf" providerId="ADAL" clId="{261419F1-3754-40FD-898B-F847698B6CFB}" dt="2023-12-13T06:17:33.856" v="131" actId="20577"/>
        <pc:sldMkLst>
          <pc:docMk/>
          <pc:sldMk cId="2791663611" sldId="411"/>
        </pc:sldMkLst>
      </pc:sldChg>
      <pc:sldChg chg="modSp mod">
        <pc:chgData name="Devadiga, Aruna" userId="0eee9853-0f3c-4b8d-bbcf-43108229d2cf" providerId="ADAL" clId="{261419F1-3754-40FD-898B-F847698B6CFB}" dt="2023-12-13T06:35:06.291" v="431" actId="114"/>
        <pc:sldMkLst>
          <pc:docMk/>
          <pc:sldMk cId="1816992847" sldId="412"/>
        </pc:sldMkLst>
      </pc:sldChg>
      <pc:sldChg chg="addSp modSp mod ord">
        <pc:chgData name="Devadiga, Aruna" userId="0eee9853-0f3c-4b8d-bbcf-43108229d2cf" providerId="ADAL" clId="{261419F1-3754-40FD-898B-F847698B6CFB}" dt="2023-12-13T08:31:24.936" v="1592" actId="1036"/>
        <pc:sldMkLst>
          <pc:docMk/>
          <pc:sldMk cId="2553827806" sldId="413"/>
        </pc:sldMkLst>
      </pc:sldChg>
      <pc:sldChg chg="modSp mod">
        <pc:chgData name="Devadiga, Aruna" userId="0eee9853-0f3c-4b8d-bbcf-43108229d2cf" providerId="ADAL" clId="{261419F1-3754-40FD-898B-F847698B6CFB}" dt="2023-12-13T06:17:06.528" v="117" actId="20577"/>
        <pc:sldMkLst>
          <pc:docMk/>
          <pc:sldMk cId="3386280451" sldId="414"/>
        </pc:sldMkLst>
      </pc:sldChg>
      <pc:sldChg chg="addSp delSp modSp add mod ord">
        <pc:chgData name="Devadiga, Aruna" userId="0eee9853-0f3c-4b8d-bbcf-43108229d2cf" providerId="ADAL" clId="{261419F1-3754-40FD-898B-F847698B6CFB}" dt="2023-12-13T08:24:58.571" v="1562" actId="478"/>
        <pc:sldMkLst>
          <pc:docMk/>
          <pc:sldMk cId="1323018885" sldId="415"/>
        </pc:sldMkLst>
      </pc:sldChg>
      <pc:sldChg chg="modSp mod">
        <pc:chgData name="Devadiga, Aruna" userId="0eee9853-0f3c-4b8d-bbcf-43108229d2cf" providerId="ADAL" clId="{261419F1-3754-40FD-898B-F847698B6CFB}" dt="2023-12-13T06:26:42.418" v="295" actId="20577"/>
        <pc:sldMkLst>
          <pc:docMk/>
          <pc:sldMk cId="3500907864" sldId="416"/>
        </pc:sldMkLst>
      </pc:sldChg>
      <pc:sldChg chg="addSp delSp modSp add del mod">
        <pc:chgData name="Devadiga, Aruna" userId="0eee9853-0f3c-4b8d-bbcf-43108229d2cf" providerId="ADAL" clId="{261419F1-3754-40FD-898B-F847698B6CFB}" dt="2023-12-13T07:58:06.020" v="1540" actId="2696"/>
        <pc:sldMkLst>
          <pc:docMk/>
          <pc:sldMk cId="834695066" sldId="417"/>
        </pc:sldMkLst>
      </pc:sldChg>
      <pc:sldChg chg="add">
        <pc:chgData name="Devadiga, Aruna" userId="0eee9853-0f3c-4b8d-bbcf-43108229d2cf" providerId="ADAL" clId="{261419F1-3754-40FD-898B-F847698B6CFB}" dt="2023-12-13T07:56:06.721" v="1510"/>
        <pc:sldMkLst>
          <pc:docMk/>
          <pc:sldMk cId="1974198937" sldId="418"/>
        </pc:sldMkLst>
      </pc:sldChg>
    </pc:docChg>
  </pc:docChgLst>
  <pc:docChgLst>
    <pc:chgData name="Devadiga, Aruna" userId="0eee9853-0f3c-4b8d-bbcf-43108229d2cf" providerId="ADAL" clId="{B1C0307A-7391-4486-B996-3022F5716844}"/>
    <pc:docChg chg="undo redo custSel addSld delSld modSld sldOrd modSection">
      <pc:chgData name="Devadiga, Aruna" userId="0eee9853-0f3c-4b8d-bbcf-43108229d2cf" providerId="ADAL" clId="{B1C0307A-7391-4486-B996-3022F5716844}" dt="2025-05-27T07:10:19.315" v="6029" actId="1076"/>
      <pc:docMkLst>
        <pc:docMk/>
      </pc:docMkLst>
      <pc:sldChg chg="modSp mod">
        <pc:chgData name="Devadiga, Aruna" userId="0eee9853-0f3c-4b8d-bbcf-43108229d2cf" providerId="ADAL" clId="{B1C0307A-7391-4486-B996-3022F5716844}" dt="2025-05-19T17:25:33.695" v="4639" actId="207"/>
        <pc:sldMkLst>
          <pc:docMk/>
          <pc:sldMk cId="3897055244" sldId="315"/>
        </pc:sldMkLst>
      </pc:sldChg>
      <pc:sldChg chg="addSp delSp modSp mod ord">
        <pc:chgData name="Devadiga, Aruna" userId="0eee9853-0f3c-4b8d-bbcf-43108229d2cf" providerId="ADAL" clId="{B1C0307A-7391-4486-B996-3022F5716844}" dt="2025-05-26T16:01:51.899" v="5130" actId="1076"/>
        <pc:sldMkLst>
          <pc:docMk/>
          <pc:sldMk cId="1154397870" sldId="321"/>
        </pc:sldMkLst>
      </pc:sldChg>
      <pc:sldChg chg="addSp delSp modSp del mod">
        <pc:chgData name="Devadiga, Aruna" userId="0eee9853-0f3c-4b8d-bbcf-43108229d2cf" providerId="ADAL" clId="{B1C0307A-7391-4486-B996-3022F5716844}" dt="2025-05-27T05:06:40.381" v="5689" actId="47"/>
        <pc:sldMkLst>
          <pc:docMk/>
          <pc:sldMk cId="3990378149" sldId="335"/>
        </pc:sldMkLst>
      </pc:sldChg>
      <pc:sldChg chg="modSp del mod">
        <pc:chgData name="Devadiga, Aruna" userId="0eee9853-0f3c-4b8d-bbcf-43108229d2cf" providerId="ADAL" clId="{B1C0307A-7391-4486-B996-3022F5716844}" dt="2025-05-22T06:03:01.368" v="4888" actId="47"/>
        <pc:sldMkLst>
          <pc:docMk/>
          <pc:sldMk cId="205012570" sldId="336"/>
        </pc:sldMkLst>
      </pc:sldChg>
      <pc:sldChg chg="addSp delSp modSp del mod">
        <pc:chgData name="Devadiga, Aruna" userId="0eee9853-0f3c-4b8d-bbcf-43108229d2cf" providerId="ADAL" clId="{B1C0307A-7391-4486-B996-3022F5716844}" dt="2025-05-27T05:41:44.880" v="5880" actId="47"/>
        <pc:sldMkLst>
          <pc:docMk/>
          <pc:sldMk cId="3161441096" sldId="337"/>
        </pc:sldMkLst>
      </pc:sldChg>
      <pc:sldChg chg="addSp delSp modSp mod">
        <pc:chgData name="Devadiga, Aruna" userId="0eee9853-0f3c-4b8d-bbcf-43108229d2cf" providerId="ADAL" clId="{B1C0307A-7391-4486-B996-3022F5716844}" dt="2025-05-27T05:46:52.123" v="5967" actId="14861"/>
        <pc:sldMkLst>
          <pc:docMk/>
          <pc:sldMk cId="3917027335" sldId="338"/>
        </pc:sldMkLst>
      </pc:sldChg>
      <pc:sldChg chg="modSp mod ord">
        <pc:chgData name="Devadiga, Aruna" userId="0eee9853-0f3c-4b8d-bbcf-43108229d2cf" providerId="ADAL" clId="{B1C0307A-7391-4486-B996-3022F5716844}" dt="2025-05-27T05:08:02.192" v="5692"/>
        <pc:sldMkLst>
          <pc:docMk/>
          <pc:sldMk cId="2529408748" sldId="339"/>
        </pc:sldMkLst>
      </pc:sldChg>
      <pc:sldChg chg="modSp del mod">
        <pc:chgData name="Devadiga, Aruna" userId="0eee9853-0f3c-4b8d-bbcf-43108229d2cf" providerId="ADAL" clId="{B1C0307A-7391-4486-B996-3022F5716844}" dt="2025-05-26T13:12:53.516" v="5004" actId="2696"/>
        <pc:sldMkLst>
          <pc:docMk/>
          <pc:sldMk cId="596037234" sldId="340"/>
        </pc:sldMkLst>
      </pc:sldChg>
      <pc:sldChg chg="addSp delSp modSp mod ord">
        <pc:chgData name="Devadiga, Aruna" userId="0eee9853-0f3c-4b8d-bbcf-43108229d2cf" providerId="ADAL" clId="{B1C0307A-7391-4486-B996-3022F5716844}" dt="2025-05-27T05:37:53.498" v="5829" actId="1076"/>
        <pc:sldMkLst>
          <pc:docMk/>
          <pc:sldMk cId="1657597810" sldId="341"/>
        </pc:sldMkLst>
      </pc:sldChg>
      <pc:sldChg chg="modSp mod">
        <pc:chgData name="Devadiga, Aruna" userId="0eee9853-0f3c-4b8d-bbcf-43108229d2cf" providerId="ADAL" clId="{B1C0307A-7391-4486-B996-3022F5716844}" dt="2025-05-27T05:38:45.112" v="5839" actId="1076"/>
        <pc:sldMkLst>
          <pc:docMk/>
          <pc:sldMk cId="3136756873" sldId="342"/>
        </pc:sldMkLst>
      </pc:sldChg>
      <pc:sldChg chg="addSp delSp modSp add del mod ord modAnim">
        <pc:chgData name="Devadiga, Aruna" userId="0eee9853-0f3c-4b8d-bbcf-43108229d2cf" providerId="ADAL" clId="{B1C0307A-7391-4486-B996-3022F5716844}" dt="2025-05-26T15:52:56.467" v="5114" actId="47"/>
        <pc:sldMkLst>
          <pc:docMk/>
          <pc:sldMk cId="435905133" sldId="343"/>
        </pc:sldMkLst>
      </pc:sldChg>
      <pc:sldChg chg="addSp delSp modSp add del mod">
        <pc:chgData name="Devadiga, Aruna" userId="0eee9853-0f3c-4b8d-bbcf-43108229d2cf" providerId="ADAL" clId="{B1C0307A-7391-4486-B996-3022F5716844}" dt="2025-05-19T18:01:00.267" v="4801" actId="2696"/>
        <pc:sldMkLst>
          <pc:docMk/>
          <pc:sldMk cId="3001089153" sldId="343"/>
        </pc:sldMkLst>
      </pc:sldChg>
      <pc:sldChg chg="modSp add del mod">
        <pc:chgData name="Devadiga, Aruna" userId="0eee9853-0f3c-4b8d-bbcf-43108229d2cf" providerId="ADAL" clId="{B1C0307A-7391-4486-B996-3022F5716844}" dt="2025-05-26T15:52:56.467" v="5114" actId="47"/>
        <pc:sldMkLst>
          <pc:docMk/>
          <pc:sldMk cId="2472293437" sldId="344"/>
        </pc:sldMkLst>
      </pc:sldChg>
      <pc:sldChg chg="add del">
        <pc:chgData name="Devadiga, Aruna" userId="0eee9853-0f3c-4b8d-bbcf-43108229d2cf" providerId="ADAL" clId="{B1C0307A-7391-4486-B996-3022F5716844}" dt="2025-05-22T06:03:03.245" v="4889" actId="47"/>
        <pc:sldMkLst>
          <pc:docMk/>
          <pc:sldMk cId="1491919740" sldId="345"/>
        </pc:sldMkLst>
      </pc:sldChg>
      <pc:sldChg chg="addSp delSp modSp add del mod ord">
        <pc:chgData name="Devadiga, Aruna" userId="0eee9853-0f3c-4b8d-bbcf-43108229d2cf" providerId="ADAL" clId="{B1C0307A-7391-4486-B996-3022F5716844}" dt="2025-05-27T05:06:44.437" v="5690" actId="47"/>
        <pc:sldMkLst>
          <pc:docMk/>
          <pc:sldMk cId="2171246380" sldId="346"/>
        </pc:sldMkLst>
      </pc:sldChg>
      <pc:sldChg chg="addSp delSp add del mod">
        <pc:chgData name="Devadiga, Aruna" userId="0eee9853-0f3c-4b8d-bbcf-43108229d2cf" providerId="ADAL" clId="{B1C0307A-7391-4486-B996-3022F5716844}" dt="2025-05-26T15:52:56.467" v="5114" actId="47"/>
        <pc:sldMkLst>
          <pc:docMk/>
          <pc:sldMk cId="1600548103" sldId="347"/>
        </pc:sldMkLst>
      </pc:sldChg>
      <pc:sldChg chg="addSp delSp modSp add mod">
        <pc:chgData name="Devadiga, Aruna" userId="0eee9853-0f3c-4b8d-bbcf-43108229d2cf" providerId="ADAL" clId="{B1C0307A-7391-4486-B996-3022F5716844}" dt="2025-05-26T13:30:23.202" v="5113" actId="1076"/>
        <pc:sldMkLst>
          <pc:docMk/>
          <pc:sldMk cId="173660523" sldId="348"/>
        </pc:sldMkLst>
      </pc:sldChg>
      <pc:sldChg chg="addSp delSp modSp add mod ord">
        <pc:chgData name="Devadiga, Aruna" userId="0eee9853-0f3c-4b8d-bbcf-43108229d2cf" providerId="ADAL" clId="{B1C0307A-7391-4486-B996-3022F5716844}" dt="2025-05-27T04:59:02.183" v="5610" actId="1076"/>
        <pc:sldMkLst>
          <pc:docMk/>
          <pc:sldMk cId="1886340405" sldId="349"/>
        </pc:sldMkLst>
      </pc:sldChg>
      <pc:sldChg chg="add del">
        <pc:chgData name="Devadiga, Aruna" userId="0eee9853-0f3c-4b8d-bbcf-43108229d2cf" providerId="ADAL" clId="{B1C0307A-7391-4486-B996-3022F5716844}" dt="2025-05-26T13:25:43.073" v="5068"/>
        <pc:sldMkLst>
          <pc:docMk/>
          <pc:sldMk cId="3877437377" sldId="349"/>
        </pc:sldMkLst>
      </pc:sldChg>
      <pc:sldChg chg="addSp delSp modSp add mod">
        <pc:chgData name="Devadiga, Aruna" userId="0eee9853-0f3c-4b8d-bbcf-43108229d2cf" providerId="ADAL" clId="{B1C0307A-7391-4486-B996-3022F5716844}" dt="2025-05-27T04:18:48.588" v="5492" actId="1076"/>
        <pc:sldMkLst>
          <pc:docMk/>
          <pc:sldMk cId="756791752" sldId="350"/>
        </pc:sldMkLst>
      </pc:sldChg>
      <pc:sldChg chg="addSp delSp modSp add mod ord">
        <pc:chgData name="Devadiga, Aruna" userId="0eee9853-0f3c-4b8d-bbcf-43108229d2cf" providerId="ADAL" clId="{B1C0307A-7391-4486-B996-3022F5716844}" dt="2025-05-27T04:08:56.154" v="5454" actId="14861"/>
        <pc:sldMkLst>
          <pc:docMk/>
          <pc:sldMk cId="1047203321" sldId="351"/>
        </pc:sldMkLst>
      </pc:sldChg>
      <pc:sldChg chg="new del">
        <pc:chgData name="Devadiga, Aruna" userId="0eee9853-0f3c-4b8d-bbcf-43108229d2cf" providerId="ADAL" clId="{B1C0307A-7391-4486-B996-3022F5716844}" dt="2025-05-27T03:48:32.432" v="5320" actId="680"/>
        <pc:sldMkLst>
          <pc:docMk/>
          <pc:sldMk cId="2701969060" sldId="351"/>
        </pc:sldMkLst>
      </pc:sldChg>
      <pc:sldChg chg="modSp add mod">
        <pc:chgData name="Devadiga, Aruna" userId="0eee9853-0f3c-4b8d-bbcf-43108229d2cf" providerId="ADAL" clId="{B1C0307A-7391-4486-B996-3022F5716844}" dt="2025-05-27T04:18:18.954" v="5488" actId="12"/>
        <pc:sldMkLst>
          <pc:docMk/>
          <pc:sldMk cId="4010595091" sldId="352"/>
        </pc:sldMkLst>
      </pc:sldChg>
      <pc:sldChg chg="addSp delSp modSp add mod">
        <pc:chgData name="Devadiga, Aruna" userId="0eee9853-0f3c-4b8d-bbcf-43108229d2cf" providerId="ADAL" clId="{B1C0307A-7391-4486-B996-3022F5716844}" dt="2025-05-27T04:31:41.095" v="5496" actId="14861"/>
        <pc:sldMkLst>
          <pc:docMk/>
          <pc:sldMk cId="629287574" sldId="353"/>
        </pc:sldMkLst>
      </pc:sldChg>
      <pc:sldChg chg="addSp delSp modSp add mod">
        <pc:chgData name="Devadiga, Aruna" userId="0eee9853-0f3c-4b8d-bbcf-43108229d2cf" providerId="ADAL" clId="{B1C0307A-7391-4486-B996-3022F5716844}" dt="2025-05-27T05:05:46.809" v="5688" actId="1076"/>
        <pc:sldMkLst>
          <pc:docMk/>
          <pc:sldMk cId="4168843852" sldId="354"/>
        </pc:sldMkLst>
      </pc:sldChg>
      <pc:sldChg chg="add del">
        <pc:chgData name="Devadiga, Aruna" userId="0eee9853-0f3c-4b8d-bbcf-43108229d2cf" providerId="ADAL" clId="{B1C0307A-7391-4486-B996-3022F5716844}" dt="2025-05-27T05:38:02.441" v="5830" actId="47"/>
        <pc:sldMkLst>
          <pc:docMk/>
          <pc:sldMk cId="2589444686" sldId="355"/>
        </pc:sldMkLst>
      </pc:sldChg>
      <pc:sldChg chg="addSp delSp modSp add mod">
        <pc:chgData name="Devadiga, Aruna" userId="0eee9853-0f3c-4b8d-bbcf-43108229d2cf" providerId="ADAL" clId="{B1C0307A-7391-4486-B996-3022F5716844}" dt="2025-05-27T05:37:09.947" v="5827" actId="1076"/>
        <pc:sldMkLst>
          <pc:docMk/>
          <pc:sldMk cId="1863772752" sldId="356"/>
        </pc:sldMkLst>
      </pc:sldChg>
      <pc:sldChg chg="addSp delSp modSp add mod">
        <pc:chgData name="Devadiga, Aruna" userId="0eee9853-0f3c-4b8d-bbcf-43108229d2cf" providerId="ADAL" clId="{B1C0307A-7391-4486-B996-3022F5716844}" dt="2025-05-27T07:09:11.023" v="6017" actId="14100"/>
        <pc:sldMkLst>
          <pc:docMk/>
          <pc:sldMk cId="550004870" sldId="357"/>
        </pc:sldMkLst>
      </pc:sldChg>
      <pc:sldChg chg="add del">
        <pc:chgData name="Devadiga, Aruna" userId="0eee9853-0f3c-4b8d-bbcf-43108229d2cf" providerId="ADAL" clId="{B1C0307A-7391-4486-B996-3022F5716844}" dt="2025-05-27T05:46:03.258" v="5962" actId="47"/>
        <pc:sldMkLst>
          <pc:docMk/>
          <pc:sldMk cId="986581847" sldId="358"/>
        </pc:sldMkLst>
      </pc:sldChg>
      <pc:sldChg chg="delSp modSp add mod">
        <pc:chgData name="Devadiga, Aruna" userId="0eee9853-0f3c-4b8d-bbcf-43108229d2cf" providerId="ADAL" clId="{B1C0307A-7391-4486-B996-3022F5716844}" dt="2025-05-27T07:10:19.315" v="6029" actId="1076"/>
        <pc:sldMkLst>
          <pc:docMk/>
          <pc:sldMk cId="1288400005" sldId="358"/>
        </pc:sldMkLst>
      </pc:sldChg>
      <pc:sldChg chg="addSp modSp add del mod">
        <pc:chgData name="Devadiga, Aruna" userId="0eee9853-0f3c-4b8d-bbcf-43108229d2cf" providerId="ADAL" clId="{B1C0307A-7391-4486-B996-3022F5716844}" dt="2025-05-27T05:49:27.198" v="5974" actId="2696"/>
        <pc:sldMkLst>
          <pc:docMk/>
          <pc:sldMk cId="2819805520" sldId="359"/>
        </pc:sldMkLst>
      </pc:sldChg>
    </pc:docChg>
  </pc:docChgLst>
  <pc:docChgLst>
    <pc:chgData name="Devadiga, Aruna" userId="0eee9853-0f3c-4b8d-bbcf-43108229d2cf" providerId="ADAL" clId="{31602573-6CB5-4844-B39B-3597EF1A1897}"/>
    <pc:docChg chg="modSld">
      <pc:chgData name="Devadiga, Aruna" userId="0eee9853-0f3c-4b8d-bbcf-43108229d2cf" providerId="ADAL" clId="{31602573-6CB5-4844-B39B-3597EF1A1897}" dt="2025-04-15T09:12:38.755" v="16" actId="478"/>
      <pc:docMkLst>
        <pc:docMk/>
      </pc:docMkLst>
      <pc:sldChg chg="addSp delSp modSp">
        <pc:chgData name="Devadiga, Aruna" userId="0eee9853-0f3c-4b8d-bbcf-43108229d2cf" providerId="ADAL" clId="{31602573-6CB5-4844-B39B-3597EF1A1897}" dt="2025-04-15T09:12:38.755" v="16" actId="478"/>
        <pc:sldMkLst>
          <pc:docMk/>
          <pc:sldMk cId="1154397870" sldId="321"/>
        </pc:sldMkLst>
      </pc:sldChg>
    </pc:docChg>
  </pc:docChgLst>
  <pc:docChgLst>
    <pc:chgData name="S, Anusha" userId="S::anusha.s@siemens-healthineers.com::5118c127-8573-4f7d-a2b0-c21bc3744401" providerId="AD" clId="Web-{3AF3A056-1011-09E2-3C09-4246EF241497}"/>
    <pc:docChg chg="modSld">
      <pc:chgData name="S, Anusha" userId="S::anusha.s@siemens-healthineers.com::5118c127-8573-4f7d-a2b0-c21bc3744401" providerId="AD" clId="Web-{3AF3A056-1011-09E2-3C09-4246EF241497}" dt="2023-12-13T07:29:22.360" v="1"/>
      <pc:docMkLst>
        <pc:docMk/>
      </pc:docMkLst>
      <pc:sldChg chg="delSp">
        <pc:chgData name="S, Anusha" userId="S::anusha.s@siemens-healthineers.com::5118c127-8573-4f7d-a2b0-c21bc3744401" providerId="AD" clId="Web-{3AF3A056-1011-09E2-3C09-4246EF241497}" dt="2023-12-13T07:29:14.188" v="0"/>
        <pc:sldMkLst>
          <pc:docMk/>
          <pc:sldMk cId="4114456333" sldId="354"/>
        </pc:sldMkLst>
      </pc:sldChg>
      <pc:sldChg chg="delSp">
        <pc:chgData name="S, Anusha" userId="S::anusha.s@siemens-healthineers.com::5118c127-8573-4f7d-a2b0-c21bc3744401" providerId="AD" clId="Web-{3AF3A056-1011-09E2-3C09-4246EF241497}" dt="2023-12-13T07:29:22.360" v="1"/>
        <pc:sldMkLst>
          <pc:docMk/>
          <pc:sldMk cId="834695066" sldId="417"/>
        </pc:sldMkLst>
      </pc:sldChg>
    </pc:docChg>
  </pc:docChgLst>
  <pc:docChgLst>
    <pc:chgData name="Devadiga, Aruna" userId="0eee9853-0f3c-4b8d-bbcf-43108229d2cf" providerId="ADAL" clId="{A8A94B42-50BB-4F71-B2C0-B1A8990BBE09}"/>
    <pc:docChg chg="undo redo custSel addSld delSld modSld sldOrd modSection">
      <pc:chgData name="Devadiga, Aruna" userId="0eee9853-0f3c-4b8d-bbcf-43108229d2cf" providerId="ADAL" clId="{A8A94B42-50BB-4F71-B2C0-B1A8990BBE09}" dt="2025-10-12T12:47:37.810" v="3160" actId="2696"/>
      <pc:docMkLst>
        <pc:docMk/>
      </pc:docMkLst>
      <pc:sldChg chg="addSp delSp modSp mod delAnim">
        <pc:chgData name="Devadiga, Aruna" userId="0eee9853-0f3c-4b8d-bbcf-43108229d2cf" providerId="ADAL" clId="{A8A94B42-50BB-4F71-B2C0-B1A8990BBE09}" dt="2025-10-12T12:47:01.826" v="3159" actId="14100"/>
        <pc:sldMkLst>
          <pc:docMk/>
          <pc:sldMk cId="3897055244" sldId="315"/>
        </pc:sldMkLst>
        <pc:spChg chg="mod">
          <ac:chgData name="Devadiga, Aruna" userId="0eee9853-0f3c-4b8d-bbcf-43108229d2cf" providerId="ADAL" clId="{A8A94B42-50BB-4F71-B2C0-B1A8990BBE09}" dt="2025-10-12T12:46:13.096" v="3122" actId="14100"/>
          <ac:spMkLst>
            <pc:docMk/>
            <pc:sldMk cId="3897055244" sldId="315"/>
            <ac:spMk id="4" creationId="{00000000-0000-0000-0000-000000000000}"/>
          </ac:spMkLst>
        </pc:spChg>
        <pc:spChg chg="mod">
          <ac:chgData name="Devadiga, Aruna" userId="0eee9853-0f3c-4b8d-bbcf-43108229d2cf" providerId="ADAL" clId="{A8A94B42-50BB-4F71-B2C0-B1A8990BBE09}" dt="2025-10-12T12:47:01.826" v="3159" actId="14100"/>
          <ac:spMkLst>
            <pc:docMk/>
            <pc:sldMk cId="3897055244" sldId="315"/>
            <ac:spMk id="6" creationId="{12538981-9F40-07BB-2E5E-6355236D37F7}"/>
          </ac:spMkLst>
        </pc:spChg>
      </pc:sldChg>
      <pc:sldChg chg="addSp delSp modSp mod addAnim delAnim">
        <pc:chgData name="Devadiga, Aruna" userId="0eee9853-0f3c-4b8d-bbcf-43108229d2cf" providerId="ADAL" clId="{A8A94B42-50BB-4F71-B2C0-B1A8990BBE09}" dt="2025-07-29T16:37:58.956" v="761" actId="207"/>
        <pc:sldMkLst>
          <pc:docMk/>
          <pc:sldMk cId="1657597810" sldId="341"/>
        </pc:sldMkLst>
      </pc:sldChg>
      <pc:sldChg chg="addSp delSp modSp mod addAnim delAnim">
        <pc:chgData name="Devadiga, Aruna" userId="0eee9853-0f3c-4b8d-bbcf-43108229d2cf" providerId="ADAL" clId="{A8A94B42-50BB-4F71-B2C0-B1A8990BBE09}" dt="2025-07-22T15:50:33.731" v="384" actId="1076"/>
        <pc:sldMkLst>
          <pc:docMk/>
          <pc:sldMk cId="3136756873" sldId="342"/>
        </pc:sldMkLst>
      </pc:sldChg>
      <pc:sldChg chg="del">
        <pc:chgData name="Devadiga, Aruna" userId="0eee9853-0f3c-4b8d-bbcf-43108229d2cf" providerId="ADAL" clId="{A8A94B42-50BB-4F71-B2C0-B1A8990BBE09}" dt="2025-07-22T15:20:14.701" v="116" actId="47"/>
        <pc:sldMkLst>
          <pc:docMk/>
          <pc:sldMk cId="173660523" sldId="348"/>
        </pc:sldMkLst>
      </pc:sldChg>
      <pc:sldChg chg="del">
        <pc:chgData name="Devadiga, Aruna" userId="0eee9853-0f3c-4b8d-bbcf-43108229d2cf" providerId="ADAL" clId="{A8A94B42-50BB-4F71-B2C0-B1A8990BBE09}" dt="2025-07-22T15:20:16.360" v="118" actId="47"/>
        <pc:sldMkLst>
          <pc:docMk/>
          <pc:sldMk cId="1886340405" sldId="349"/>
        </pc:sldMkLst>
      </pc:sldChg>
      <pc:sldChg chg="add del">
        <pc:chgData name="Devadiga, Aruna" userId="0eee9853-0f3c-4b8d-bbcf-43108229d2cf" providerId="ADAL" clId="{A8A94B42-50BB-4F71-B2C0-B1A8990BBE09}" dt="2025-07-22T15:20:34.021" v="123" actId="47"/>
        <pc:sldMkLst>
          <pc:docMk/>
          <pc:sldMk cId="550004870" sldId="357"/>
        </pc:sldMkLst>
      </pc:sldChg>
      <pc:sldChg chg="del">
        <pc:chgData name="Devadiga, Aruna" userId="0eee9853-0f3c-4b8d-bbcf-43108229d2cf" providerId="ADAL" clId="{A8A94B42-50BB-4F71-B2C0-B1A8990BBE09}" dt="2025-07-22T15:20:15.675" v="117" actId="47"/>
        <pc:sldMkLst>
          <pc:docMk/>
          <pc:sldMk cId="1556970662" sldId="359"/>
        </pc:sldMkLst>
      </pc:sldChg>
      <pc:sldChg chg="del">
        <pc:chgData name="Devadiga, Aruna" userId="0eee9853-0f3c-4b8d-bbcf-43108229d2cf" providerId="ADAL" clId="{A8A94B42-50BB-4F71-B2C0-B1A8990BBE09}" dt="2025-07-22T15:20:27.047" v="120" actId="47"/>
        <pc:sldMkLst>
          <pc:docMk/>
          <pc:sldMk cId="2936519291" sldId="360"/>
        </pc:sldMkLst>
      </pc:sldChg>
      <pc:sldChg chg="del">
        <pc:chgData name="Devadiga, Aruna" userId="0eee9853-0f3c-4b8d-bbcf-43108229d2cf" providerId="ADAL" clId="{A8A94B42-50BB-4F71-B2C0-B1A8990BBE09}" dt="2025-07-22T15:20:16.758" v="119" actId="47"/>
        <pc:sldMkLst>
          <pc:docMk/>
          <pc:sldMk cId="58035207" sldId="363"/>
        </pc:sldMkLst>
      </pc:sldChg>
      <pc:sldChg chg="addSp delSp modSp mod delAnim modNotesTx">
        <pc:chgData name="Devadiga, Aruna" userId="0eee9853-0f3c-4b8d-bbcf-43108229d2cf" providerId="ADAL" clId="{A8A94B42-50BB-4F71-B2C0-B1A8990BBE09}" dt="2025-08-12T11:07:59.410" v="2450" actId="1076"/>
        <pc:sldMkLst>
          <pc:docMk/>
          <pc:sldMk cId="157279692" sldId="366"/>
        </pc:sldMkLst>
      </pc:sldChg>
      <pc:sldChg chg="del">
        <pc:chgData name="Devadiga, Aruna" userId="0eee9853-0f3c-4b8d-bbcf-43108229d2cf" providerId="ADAL" clId="{A8A94B42-50BB-4F71-B2C0-B1A8990BBE09}" dt="2025-07-22T15:20:09.368" v="115" actId="47"/>
        <pc:sldMkLst>
          <pc:docMk/>
          <pc:sldMk cId="2250713549" sldId="367"/>
        </pc:sldMkLst>
      </pc:sldChg>
      <pc:sldChg chg="addSp delSp modSp add mod">
        <pc:chgData name="Devadiga, Aruna" userId="0eee9853-0f3c-4b8d-bbcf-43108229d2cf" providerId="ADAL" clId="{A8A94B42-50BB-4F71-B2C0-B1A8990BBE09}" dt="2025-07-29T16:37:45.747" v="759" actId="20578"/>
        <pc:sldMkLst>
          <pc:docMk/>
          <pc:sldMk cId="4120099705" sldId="367"/>
        </pc:sldMkLst>
      </pc:sldChg>
      <pc:sldChg chg="addSp delSp modSp add mod">
        <pc:chgData name="Devadiga, Aruna" userId="0eee9853-0f3c-4b8d-bbcf-43108229d2cf" providerId="ADAL" clId="{A8A94B42-50BB-4F71-B2C0-B1A8990BBE09}" dt="2025-07-30T05:32:08.794" v="2442" actId="12"/>
        <pc:sldMkLst>
          <pc:docMk/>
          <pc:sldMk cId="3485137235" sldId="368"/>
        </pc:sldMkLst>
      </pc:sldChg>
      <pc:sldChg chg="addSp delSp modSp add mod">
        <pc:chgData name="Devadiga, Aruna" userId="0eee9853-0f3c-4b8d-bbcf-43108229d2cf" providerId="ADAL" clId="{A8A94B42-50BB-4F71-B2C0-B1A8990BBE09}" dt="2025-08-25T06:43:37.134" v="2465" actId="404"/>
        <pc:sldMkLst>
          <pc:docMk/>
          <pc:sldMk cId="3753783782" sldId="369"/>
        </pc:sldMkLst>
      </pc:sldChg>
      <pc:sldChg chg="addSp delSp modSp add mod">
        <pc:chgData name="Devadiga, Aruna" userId="0eee9853-0f3c-4b8d-bbcf-43108229d2cf" providerId="ADAL" clId="{A8A94B42-50BB-4F71-B2C0-B1A8990BBE09}" dt="2025-07-29T16:58:23.683" v="1041" actId="403"/>
        <pc:sldMkLst>
          <pc:docMk/>
          <pc:sldMk cId="829143189" sldId="370"/>
        </pc:sldMkLst>
      </pc:sldChg>
      <pc:sldChg chg="addSp modSp add del mod">
        <pc:chgData name="Devadiga, Aruna" userId="0eee9853-0f3c-4b8d-bbcf-43108229d2cf" providerId="ADAL" clId="{A8A94B42-50BB-4F71-B2C0-B1A8990BBE09}" dt="2025-07-30T04:18:31.176" v="2137" actId="2696"/>
        <pc:sldMkLst>
          <pc:docMk/>
          <pc:sldMk cId="2306172009" sldId="371"/>
        </pc:sldMkLst>
      </pc:sldChg>
      <pc:sldChg chg="add del">
        <pc:chgData name="Devadiga, Aruna" userId="0eee9853-0f3c-4b8d-bbcf-43108229d2cf" providerId="ADAL" clId="{A8A94B42-50BB-4F71-B2C0-B1A8990BBE09}" dt="2025-07-22T15:27:59.880" v="183"/>
        <pc:sldMkLst>
          <pc:docMk/>
          <pc:sldMk cId="3349669141" sldId="371"/>
        </pc:sldMkLst>
      </pc:sldChg>
      <pc:sldChg chg="addSp delSp modSp add mod modAnim">
        <pc:chgData name="Devadiga, Aruna" userId="0eee9853-0f3c-4b8d-bbcf-43108229d2cf" providerId="ADAL" clId="{A8A94B42-50BB-4F71-B2C0-B1A8990BBE09}" dt="2025-09-09T16:11:02.075" v="3018" actId="20577"/>
        <pc:sldMkLst>
          <pc:docMk/>
          <pc:sldMk cId="1566401353" sldId="372"/>
        </pc:sldMkLst>
      </pc:sldChg>
      <pc:sldChg chg="addSp modSp add mod ord">
        <pc:chgData name="Devadiga, Aruna" userId="0eee9853-0f3c-4b8d-bbcf-43108229d2cf" providerId="ADAL" clId="{A8A94B42-50BB-4F71-B2C0-B1A8990BBE09}" dt="2025-07-30T05:33:50.505" v="2448" actId="14100"/>
        <pc:sldMkLst>
          <pc:docMk/>
          <pc:sldMk cId="1577063469" sldId="373"/>
        </pc:sldMkLst>
      </pc:sldChg>
      <pc:sldChg chg="modSp add mod">
        <pc:chgData name="Devadiga, Aruna" userId="0eee9853-0f3c-4b8d-bbcf-43108229d2cf" providerId="ADAL" clId="{A8A94B42-50BB-4F71-B2C0-B1A8990BBE09}" dt="2025-07-29T16:48:53.934" v="880" actId="20577"/>
        <pc:sldMkLst>
          <pc:docMk/>
          <pc:sldMk cId="3652908665" sldId="374"/>
        </pc:sldMkLst>
      </pc:sldChg>
      <pc:sldChg chg="addSp modSp add mod">
        <pc:chgData name="Devadiga, Aruna" userId="0eee9853-0f3c-4b8d-bbcf-43108229d2cf" providerId="ADAL" clId="{A8A94B42-50BB-4F71-B2C0-B1A8990BBE09}" dt="2025-07-29T16:56:41.034" v="1026" actId="14100"/>
        <pc:sldMkLst>
          <pc:docMk/>
          <pc:sldMk cId="3306380685" sldId="375"/>
        </pc:sldMkLst>
      </pc:sldChg>
      <pc:sldChg chg="addSp delSp modSp add mod">
        <pc:chgData name="Devadiga, Aruna" userId="0eee9853-0f3c-4b8d-bbcf-43108229d2cf" providerId="ADAL" clId="{A8A94B42-50BB-4F71-B2C0-B1A8990BBE09}" dt="2025-07-30T04:15:33.206" v="2136" actId="14100"/>
        <pc:sldMkLst>
          <pc:docMk/>
          <pc:sldMk cId="1914786286" sldId="376"/>
        </pc:sldMkLst>
      </pc:sldChg>
      <pc:sldChg chg="addSp delSp modSp add del mod modShow">
        <pc:chgData name="Devadiga, Aruna" userId="0eee9853-0f3c-4b8d-bbcf-43108229d2cf" providerId="ADAL" clId="{A8A94B42-50BB-4F71-B2C0-B1A8990BBE09}" dt="2025-10-12T12:47:37.810" v="3160" actId="2696"/>
        <pc:sldMkLst>
          <pc:docMk/>
          <pc:sldMk cId="2208830403" sldId="377"/>
        </pc:sldMkLst>
      </pc:sldChg>
    </pc:docChg>
  </pc:docChgLst>
  <pc:docChgLst>
    <pc:chgData name="Devadiga, Aruna" userId="0eee9853-0f3c-4b8d-bbcf-43108229d2cf" providerId="ADAL" clId="{D0EEB221-17FA-4A82-BAEE-4A1B03EDCCA0}"/>
    <pc:docChg chg="undo custSel addSld modSld">
      <pc:chgData name="Devadiga, Aruna" userId="0eee9853-0f3c-4b8d-bbcf-43108229d2cf" providerId="ADAL" clId="{D0EEB221-17FA-4A82-BAEE-4A1B03EDCCA0}" dt="2025-10-17T05:52:42.745" v="526" actId="14100"/>
      <pc:docMkLst>
        <pc:docMk/>
      </pc:docMkLst>
      <pc:sldChg chg="modSp mod">
        <pc:chgData name="Devadiga, Aruna" userId="0eee9853-0f3c-4b8d-bbcf-43108229d2cf" providerId="ADAL" clId="{D0EEB221-17FA-4A82-BAEE-4A1B03EDCCA0}" dt="2025-10-17T04:48:48.547" v="2" actId="6549"/>
        <pc:sldMkLst>
          <pc:docMk/>
          <pc:sldMk cId="3897055244" sldId="315"/>
        </pc:sldMkLst>
        <pc:spChg chg="mod">
          <ac:chgData name="Devadiga, Aruna" userId="0eee9853-0f3c-4b8d-bbcf-43108229d2cf" providerId="ADAL" clId="{D0EEB221-17FA-4A82-BAEE-4A1B03EDCCA0}" dt="2025-10-17T04:48:48.547" v="2" actId="6549"/>
          <ac:spMkLst>
            <pc:docMk/>
            <pc:sldMk cId="3897055244" sldId="315"/>
            <ac:spMk id="6" creationId="{12538981-9F40-07BB-2E5E-6355236D37F7}"/>
          </ac:spMkLst>
        </pc:spChg>
      </pc:sldChg>
      <pc:sldChg chg="addSp delSp modSp mod modAnim">
        <pc:chgData name="Devadiga, Aruna" userId="0eee9853-0f3c-4b8d-bbcf-43108229d2cf" providerId="ADAL" clId="{D0EEB221-17FA-4A82-BAEE-4A1B03EDCCA0}" dt="2025-10-17T05:39:11.154" v="519"/>
        <pc:sldMkLst>
          <pc:docMk/>
          <pc:sldMk cId="157279692" sldId="366"/>
        </pc:sldMkLst>
        <pc:spChg chg="mod">
          <ac:chgData name="Devadiga, Aruna" userId="0eee9853-0f3c-4b8d-bbcf-43108229d2cf" providerId="ADAL" clId="{D0EEB221-17FA-4A82-BAEE-4A1B03EDCCA0}" dt="2025-10-17T05:39:11.154" v="519"/>
          <ac:spMkLst>
            <pc:docMk/>
            <pc:sldMk cId="157279692" sldId="366"/>
            <ac:spMk id="2" creationId="{E478A46A-F754-4114-8F23-740239AA3729}"/>
          </ac:spMkLst>
        </pc:spChg>
        <pc:spChg chg="add mod">
          <ac:chgData name="Devadiga, Aruna" userId="0eee9853-0f3c-4b8d-bbcf-43108229d2cf" providerId="ADAL" clId="{D0EEB221-17FA-4A82-BAEE-4A1B03EDCCA0}" dt="2025-10-17T05:34:47.807" v="517"/>
          <ac:spMkLst>
            <pc:docMk/>
            <pc:sldMk cId="157279692" sldId="366"/>
            <ac:spMk id="3" creationId="{2165D178-23AA-9F2F-B4F0-5698C4C1DC0F}"/>
          </ac:spMkLst>
        </pc:spChg>
        <pc:spChg chg="add del mod">
          <ac:chgData name="Devadiga, Aruna" userId="0eee9853-0f3c-4b8d-bbcf-43108229d2cf" providerId="ADAL" clId="{D0EEB221-17FA-4A82-BAEE-4A1B03EDCCA0}" dt="2025-10-17T04:54:28.955" v="27" actId="478"/>
          <ac:spMkLst>
            <pc:docMk/>
            <pc:sldMk cId="157279692" sldId="366"/>
            <ac:spMk id="3" creationId="{A40BBD3F-58D1-45E5-F82A-365ED4505720}"/>
          </ac:spMkLst>
        </pc:spChg>
        <pc:spChg chg="add mod">
          <ac:chgData name="Devadiga, Aruna" userId="0eee9853-0f3c-4b8d-bbcf-43108229d2cf" providerId="ADAL" clId="{D0EEB221-17FA-4A82-BAEE-4A1B03EDCCA0}" dt="2025-10-17T05:33:36.658" v="516" actId="1076"/>
          <ac:spMkLst>
            <pc:docMk/>
            <pc:sldMk cId="157279692" sldId="366"/>
            <ac:spMk id="4" creationId="{9651D8A8-E408-B7CF-2C50-ED6A050E192F}"/>
          </ac:spMkLst>
        </pc:spChg>
        <pc:spChg chg="mod">
          <ac:chgData name="Devadiga, Aruna" userId="0eee9853-0f3c-4b8d-bbcf-43108229d2cf" providerId="ADAL" clId="{D0EEB221-17FA-4A82-BAEE-4A1B03EDCCA0}" dt="2025-10-17T05:33:32.375" v="515" actId="1076"/>
          <ac:spMkLst>
            <pc:docMk/>
            <pc:sldMk cId="157279692" sldId="366"/>
            <ac:spMk id="6" creationId="{53A660CA-D352-3558-1AEF-7B4D8FD40057}"/>
          </ac:spMkLst>
        </pc:spChg>
        <pc:spChg chg="add del mod">
          <ac:chgData name="Devadiga, Aruna" userId="0eee9853-0f3c-4b8d-bbcf-43108229d2cf" providerId="ADAL" clId="{D0EEB221-17FA-4A82-BAEE-4A1B03EDCCA0}" dt="2025-10-17T05:32:15.010" v="484" actId="478"/>
          <ac:spMkLst>
            <pc:docMk/>
            <pc:sldMk cId="157279692" sldId="366"/>
            <ac:spMk id="8" creationId="{720A100E-C661-9BBA-C436-294A996B03FA}"/>
          </ac:spMkLst>
        </pc:spChg>
        <pc:spChg chg="del">
          <ac:chgData name="Devadiga, Aruna" userId="0eee9853-0f3c-4b8d-bbcf-43108229d2cf" providerId="ADAL" clId="{D0EEB221-17FA-4A82-BAEE-4A1B03EDCCA0}" dt="2025-10-17T04:49:16.315" v="3" actId="478"/>
          <ac:spMkLst>
            <pc:docMk/>
            <pc:sldMk cId="157279692" sldId="366"/>
            <ac:spMk id="8" creationId="{B63A46B0-B5EC-A398-DDF8-4E2A96E27F47}"/>
          </ac:spMkLst>
        </pc:spChg>
        <pc:graphicFrameChg chg="add del mod modGraphic">
          <ac:chgData name="Devadiga, Aruna" userId="0eee9853-0f3c-4b8d-bbcf-43108229d2cf" providerId="ADAL" clId="{D0EEB221-17FA-4A82-BAEE-4A1B03EDCCA0}" dt="2025-10-17T05:32:11.740" v="483" actId="478"/>
          <ac:graphicFrameMkLst>
            <pc:docMk/>
            <pc:sldMk cId="157279692" sldId="366"/>
            <ac:graphicFrameMk id="5" creationId="{2035B51A-7ACA-043F-0804-90946B4A67F8}"/>
          </ac:graphicFrameMkLst>
        </pc:graphicFrameChg>
        <pc:picChg chg="add del mod">
          <ac:chgData name="Devadiga, Aruna" userId="0eee9853-0f3c-4b8d-bbcf-43108229d2cf" providerId="ADAL" clId="{D0EEB221-17FA-4A82-BAEE-4A1B03EDCCA0}" dt="2025-10-17T04:55:00.558" v="32" actId="478"/>
          <ac:picMkLst>
            <pc:docMk/>
            <pc:sldMk cId="157279692" sldId="366"/>
            <ac:picMk id="4" creationId="{46ECC057-F52B-3AFE-42D3-74E8568C95B0}"/>
          </ac:picMkLst>
        </pc:picChg>
      </pc:sldChg>
      <pc:sldChg chg="addSp modSp mod">
        <pc:chgData name="Devadiga, Aruna" userId="0eee9853-0f3c-4b8d-bbcf-43108229d2cf" providerId="ADAL" clId="{D0EEB221-17FA-4A82-BAEE-4A1B03EDCCA0}" dt="2025-10-17T05:13:44.671" v="456"/>
        <pc:sldMkLst>
          <pc:docMk/>
          <pc:sldMk cId="1577063469" sldId="373"/>
        </pc:sldMkLst>
        <pc:spChg chg="add mod">
          <ac:chgData name="Devadiga, Aruna" userId="0eee9853-0f3c-4b8d-bbcf-43108229d2cf" providerId="ADAL" clId="{D0EEB221-17FA-4A82-BAEE-4A1B03EDCCA0}" dt="2025-10-17T05:13:44.671" v="456"/>
          <ac:spMkLst>
            <pc:docMk/>
            <pc:sldMk cId="1577063469" sldId="373"/>
            <ac:spMk id="3" creationId="{4793BE6A-CD68-E15C-E727-51B64206BCEF}"/>
          </ac:spMkLst>
        </pc:spChg>
        <pc:spChg chg="mod">
          <ac:chgData name="Devadiga, Aruna" userId="0eee9853-0f3c-4b8d-bbcf-43108229d2cf" providerId="ADAL" clId="{D0EEB221-17FA-4A82-BAEE-4A1B03EDCCA0}" dt="2025-10-17T05:08:38.562" v="305" actId="20577"/>
          <ac:spMkLst>
            <pc:docMk/>
            <pc:sldMk cId="1577063469" sldId="373"/>
            <ac:spMk id="5" creationId="{A4F402D4-57C8-E161-03DF-E4BABFA411FB}"/>
          </ac:spMkLst>
        </pc:spChg>
      </pc:sldChg>
      <pc:sldChg chg="addSp delSp modSp add mod delAnim">
        <pc:chgData name="Devadiga, Aruna" userId="0eee9853-0f3c-4b8d-bbcf-43108229d2cf" providerId="ADAL" clId="{D0EEB221-17FA-4A82-BAEE-4A1B03EDCCA0}" dt="2025-10-17T05:52:42.745" v="526" actId="14100"/>
        <pc:sldMkLst>
          <pc:docMk/>
          <pc:sldMk cId="787085277" sldId="377"/>
        </pc:sldMkLst>
        <pc:spChg chg="mod">
          <ac:chgData name="Devadiga, Aruna" userId="0eee9853-0f3c-4b8d-bbcf-43108229d2cf" providerId="ADAL" clId="{D0EEB221-17FA-4A82-BAEE-4A1B03EDCCA0}" dt="2025-10-17T05:39:46.522" v="520"/>
          <ac:spMkLst>
            <pc:docMk/>
            <pc:sldMk cId="787085277" sldId="377"/>
            <ac:spMk id="2" creationId="{AE565904-7720-BDBF-A862-68BC96912597}"/>
          </ac:spMkLst>
        </pc:spChg>
        <pc:spChg chg="add mod">
          <ac:chgData name="Devadiga, Aruna" userId="0eee9853-0f3c-4b8d-bbcf-43108229d2cf" providerId="ADAL" clId="{D0EEB221-17FA-4A82-BAEE-4A1B03EDCCA0}" dt="2025-10-17T05:32:00.918" v="482" actId="20577"/>
          <ac:spMkLst>
            <pc:docMk/>
            <pc:sldMk cId="787085277" sldId="377"/>
            <ac:spMk id="3" creationId="{4C31F005-40FC-7F9E-A3FB-67F728DAB1D6}"/>
          </ac:spMkLst>
        </pc:spChg>
        <pc:spChg chg="del">
          <ac:chgData name="Devadiga, Aruna" userId="0eee9853-0f3c-4b8d-bbcf-43108229d2cf" providerId="ADAL" clId="{D0EEB221-17FA-4A82-BAEE-4A1B03EDCCA0}" dt="2025-10-17T04:59:42.037" v="120" actId="478"/>
          <ac:spMkLst>
            <pc:docMk/>
            <pc:sldMk cId="787085277" sldId="377"/>
            <ac:spMk id="6" creationId="{02401F86-0BA7-EED7-9D31-6D4F791EA84C}"/>
          </ac:spMkLst>
        </pc:spChg>
        <pc:spChg chg="add mod">
          <ac:chgData name="Devadiga, Aruna" userId="0eee9853-0f3c-4b8d-bbcf-43108229d2cf" providerId="ADAL" clId="{D0EEB221-17FA-4A82-BAEE-4A1B03EDCCA0}" dt="2025-10-17T05:52:42.745" v="526" actId="14100"/>
          <ac:spMkLst>
            <pc:docMk/>
            <pc:sldMk cId="787085277" sldId="377"/>
            <ac:spMk id="6" creationId="{5762D70C-4C9D-0B9B-0357-ACEB49A53367}"/>
          </ac:spMkLst>
        </pc:spChg>
        <pc:graphicFrameChg chg="add mod modGraphic">
          <ac:chgData name="Devadiga, Aruna" userId="0eee9853-0f3c-4b8d-bbcf-43108229d2cf" providerId="ADAL" clId="{D0EEB221-17FA-4A82-BAEE-4A1B03EDCCA0}" dt="2025-10-17T05:40:47.223" v="522" actId="14100"/>
          <ac:graphicFrameMkLst>
            <pc:docMk/>
            <pc:sldMk cId="787085277" sldId="377"/>
            <ac:graphicFrameMk id="4" creationId="{E2B3C0F2-D0A3-ADA2-5E06-D0DE24544464}"/>
          </ac:graphicFrameMkLst>
        </pc:graphicFrameChg>
        <pc:graphicFrameChg chg="mod modGraphic">
          <ac:chgData name="Devadiga, Aruna" userId="0eee9853-0f3c-4b8d-bbcf-43108229d2cf" providerId="ADAL" clId="{D0EEB221-17FA-4A82-BAEE-4A1B03EDCCA0}" dt="2025-10-17T05:40:51.656" v="525" actId="14100"/>
          <ac:graphicFrameMkLst>
            <pc:docMk/>
            <pc:sldMk cId="787085277" sldId="377"/>
            <ac:graphicFrameMk id="5" creationId="{EC0013C4-2CE8-4F74-855D-2FF04DB44AF7}"/>
          </ac:graphicFrameMkLst>
        </pc:graphicFrameChg>
      </pc:sldChg>
    </pc:docChg>
  </pc:docChgLst>
  <pc:docChgLst>
    <pc:chgData name="Devadiga, Aruna" userId="0eee9853-0f3c-4b8d-bbcf-43108229d2cf" providerId="ADAL" clId="{0211529E-9E6C-4A0A-89E0-7A41870AE6B7}"/>
    <pc:docChg chg="undo redo custSel addSld delSld modSld sldOrd modSection">
      <pc:chgData name="Devadiga, Aruna" userId="0eee9853-0f3c-4b8d-bbcf-43108229d2cf" providerId="ADAL" clId="{0211529E-9E6C-4A0A-89E0-7A41870AE6B7}" dt="2023-09-21T23:02:53.227" v="11144" actId="207"/>
      <pc:docMkLst>
        <pc:docMk/>
      </pc:docMkLst>
      <pc:sldChg chg="addSp delSp modSp del mod setBg">
        <pc:chgData name="Devadiga, Aruna" userId="0eee9853-0f3c-4b8d-bbcf-43108229d2cf" providerId="ADAL" clId="{0211529E-9E6C-4A0A-89E0-7A41870AE6B7}" dt="2023-09-19T18:13:37.141" v="7809" actId="2696"/>
        <pc:sldMkLst>
          <pc:docMk/>
          <pc:sldMk cId="3065809023" sldId="297"/>
        </pc:sldMkLst>
      </pc:sldChg>
      <pc:sldChg chg="del">
        <pc:chgData name="Devadiga, Aruna" userId="0eee9853-0f3c-4b8d-bbcf-43108229d2cf" providerId="ADAL" clId="{0211529E-9E6C-4A0A-89E0-7A41870AE6B7}" dt="2023-09-18T07:55:32.065" v="81" actId="2696"/>
        <pc:sldMkLst>
          <pc:docMk/>
          <pc:sldMk cId="2166476131" sldId="298"/>
        </pc:sldMkLst>
      </pc:sldChg>
      <pc:sldChg chg="del">
        <pc:chgData name="Devadiga, Aruna" userId="0eee9853-0f3c-4b8d-bbcf-43108229d2cf" providerId="ADAL" clId="{0211529E-9E6C-4A0A-89E0-7A41870AE6B7}" dt="2023-09-18T07:56:02.096" v="82" actId="2696"/>
        <pc:sldMkLst>
          <pc:docMk/>
          <pc:sldMk cId="1248778561" sldId="299"/>
        </pc:sldMkLst>
      </pc:sldChg>
      <pc:sldChg chg="addSp delSp modSp del mod">
        <pc:chgData name="Devadiga, Aruna" userId="0eee9853-0f3c-4b8d-bbcf-43108229d2cf" providerId="ADAL" clId="{0211529E-9E6C-4A0A-89E0-7A41870AE6B7}" dt="2023-09-18T07:59:16.540" v="118" actId="2696"/>
        <pc:sldMkLst>
          <pc:docMk/>
          <pc:sldMk cId="80302458" sldId="300"/>
        </pc:sldMkLst>
      </pc:sldChg>
      <pc:sldChg chg="del">
        <pc:chgData name="Devadiga, Aruna" userId="0eee9853-0f3c-4b8d-bbcf-43108229d2cf" providerId="ADAL" clId="{0211529E-9E6C-4A0A-89E0-7A41870AE6B7}" dt="2023-09-18T07:56:30.312" v="84" actId="2696"/>
        <pc:sldMkLst>
          <pc:docMk/>
          <pc:sldMk cId="4261820065" sldId="301"/>
        </pc:sldMkLst>
      </pc:sldChg>
      <pc:sldChg chg="del">
        <pc:chgData name="Devadiga, Aruna" userId="0eee9853-0f3c-4b8d-bbcf-43108229d2cf" providerId="ADAL" clId="{0211529E-9E6C-4A0A-89E0-7A41870AE6B7}" dt="2023-09-18T08:04:23.667" v="223" actId="2696"/>
        <pc:sldMkLst>
          <pc:docMk/>
          <pc:sldMk cId="3069109844" sldId="311"/>
        </pc:sldMkLst>
      </pc:sldChg>
      <pc:sldChg chg="addSp modSp add del mod">
        <pc:chgData name="Devadiga, Aruna" userId="0eee9853-0f3c-4b8d-bbcf-43108229d2cf" providerId="ADAL" clId="{0211529E-9E6C-4A0A-89E0-7A41870AE6B7}" dt="2023-09-21T21:10:44.038" v="9468" actId="1076"/>
        <pc:sldMkLst>
          <pc:docMk/>
          <pc:sldMk cId="3897055244" sldId="315"/>
        </pc:sldMkLst>
      </pc:sldChg>
      <pc:sldChg chg="addSp delSp modSp mod">
        <pc:chgData name="Devadiga, Aruna" userId="0eee9853-0f3c-4b8d-bbcf-43108229d2cf" providerId="ADAL" clId="{0211529E-9E6C-4A0A-89E0-7A41870AE6B7}" dt="2023-09-21T22:47:01.510" v="10986" actId="14100"/>
        <pc:sldMkLst>
          <pc:docMk/>
          <pc:sldMk cId="4114432618" sldId="320"/>
        </pc:sldMkLst>
      </pc:sldChg>
      <pc:sldChg chg="addSp delSp modSp mod">
        <pc:chgData name="Devadiga, Aruna" userId="0eee9853-0f3c-4b8d-bbcf-43108229d2cf" providerId="ADAL" clId="{0211529E-9E6C-4A0A-89E0-7A41870AE6B7}" dt="2023-09-21T21:12:51.308" v="9471" actId="12084"/>
        <pc:sldMkLst>
          <pc:docMk/>
          <pc:sldMk cId="1154397870" sldId="321"/>
        </pc:sldMkLst>
      </pc:sldChg>
      <pc:sldChg chg="del">
        <pc:chgData name="Devadiga, Aruna" userId="0eee9853-0f3c-4b8d-bbcf-43108229d2cf" providerId="ADAL" clId="{0211529E-9E6C-4A0A-89E0-7A41870AE6B7}" dt="2023-09-18T08:02:17.434" v="165" actId="2696"/>
        <pc:sldMkLst>
          <pc:docMk/>
          <pc:sldMk cId="3102180915" sldId="322"/>
        </pc:sldMkLst>
      </pc:sldChg>
      <pc:sldChg chg="del">
        <pc:chgData name="Devadiga, Aruna" userId="0eee9853-0f3c-4b8d-bbcf-43108229d2cf" providerId="ADAL" clId="{0211529E-9E6C-4A0A-89E0-7A41870AE6B7}" dt="2023-09-18T08:02:17.434" v="165" actId="2696"/>
        <pc:sldMkLst>
          <pc:docMk/>
          <pc:sldMk cId="700134304" sldId="324"/>
        </pc:sldMkLst>
      </pc:sldChg>
      <pc:sldChg chg="del">
        <pc:chgData name="Devadiga, Aruna" userId="0eee9853-0f3c-4b8d-bbcf-43108229d2cf" providerId="ADAL" clId="{0211529E-9E6C-4A0A-89E0-7A41870AE6B7}" dt="2023-09-18T08:02:17.434" v="165" actId="2696"/>
        <pc:sldMkLst>
          <pc:docMk/>
          <pc:sldMk cId="1741273359" sldId="325"/>
        </pc:sldMkLst>
      </pc:sldChg>
      <pc:sldChg chg="del">
        <pc:chgData name="Devadiga, Aruna" userId="0eee9853-0f3c-4b8d-bbcf-43108229d2cf" providerId="ADAL" clId="{0211529E-9E6C-4A0A-89E0-7A41870AE6B7}" dt="2023-09-18T08:02:17.434" v="165" actId="2696"/>
        <pc:sldMkLst>
          <pc:docMk/>
          <pc:sldMk cId="4087229268" sldId="326"/>
        </pc:sldMkLst>
      </pc:sldChg>
      <pc:sldChg chg="del">
        <pc:chgData name="Devadiga, Aruna" userId="0eee9853-0f3c-4b8d-bbcf-43108229d2cf" providerId="ADAL" clId="{0211529E-9E6C-4A0A-89E0-7A41870AE6B7}" dt="2023-09-18T08:02:17.434" v="165" actId="2696"/>
        <pc:sldMkLst>
          <pc:docMk/>
          <pc:sldMk cId="4211432787" sldId="327"/>
        </pc:sldMkLst>
      </pc:sldChg>
      <pc:sldChg chg="del">
        <pc:chgData name="Devadiga, Aruna" userId="0eee9853-0f3c-4b8d-bbcf-43108229d2cf" providerId="ADAL" clId="{0211529E-9E6C-4A0A-89E0-7A41870AE6B7}" dt="2023-09-18T08:03:41.666" v="221" actId="2696"/>
        <pc:sldMkLst>
          <pc:docMk/>
          <pc:sldMk cId="430189408" sldId="328"/>
        </pc:sldMkLst>
      </pc:sldChg>
      <pc:sldChg chg="del">
        <pc:chgData name="Devadiga, Aruna" userId="0eee9853-0f3c-4b8d-bbcf-43108229d2cf" providerId="ADAL" clId="{0211529E-9E6C-4A0A-89E0-7A41870AE6B7}" dt="2023-09-18T08:04:44.303" v="225" actId="2696"/>
        <pc:sldMkLst>
          <pc:docMk/>
          <pc:sldMk cId="2647417560" sldId="329"/>
        </pc:sldMkLst>
      </pc:sldChg>
      <pc:sldChg chg="del">
        <pc:chgData name="Devadiga, Aruna" userId="0eee9853-0f3c-4b8d-bbcf-43108229d2cf" providerId="ADAL" clId="{0211529E-9E6C-4A0A-89E0-7A41870AE6B7}" dt="2023-09-18T08:04:44.303" v="225" actId="2696"/>
        <pc:sldMkLst>
          <pc:docMk/>
          <pc:sldMk cId="1018641945" sldId="330"/>
        </pc:sldMkLst>
      </pc:sldChg>
      <pc:sldChg chg="del">
        <pc:chgData name="Devadiga, Aruna" userId="0eee9853-0f3c-4b8d-bbcf-43108229d2cf" providerId="ADAL" clId="{0211529E-9E6C-4A0A-89E0-7A41870AE6B7}" dt="2023-09-18T08:04:44.303" v="225" actId="2696"/>
        <pc:sldMkLst>
          <pc:docMk/>
          <pc:sldMk cId="1996055412" sldId="331"/>
        </pc:sldMkLst>
      </pc:sldChg>
      <pc:sldChg chg="del">
        <pc:chgData name="Devadiga, Aruna" userId="0eee9853-0f3c-4b8d-bbcf-43108229d2cf" providerId="ADAL" clId="{0211529E-9E6C-4A0A-89E0-7A41870AE6B7}" dt="2023-09-18T08:04:44.303" v="225" actId="2696"/>
        <pc:sldMkLst>
          <pc:docMk/>
          <pc:sldMk cId="1955827201" sldId="332"/>
        </pc:sldMkLst>
      </pc:sldChg>
      <pc:sldChg chg="del">
        <pc:chgData name="Devadiga, Aruna" userId="0eee9853-0f3c-4b8d-bbcf-43108229d2cf" providerId="ADAL" clId="{0211529E-9E6C-4A0A-89E0-7A41870AE6B7}" dt="2023-09-18T08:04:28.650" v="224" actId="2696"/>
        <pc:sldMkLst>
          <pc:docMk/>
          <pc:sldMk cId="606087265" sldId="333"/>
        </pc:sldMkLst>
      </pc:sldChg>
      <pc:sldChg chg="modSp mod">
        <pc:chgData name="Devadiga, Aruna" userId="0eee9853-0f3c-4b8d-bbcf-43108229d2cf" providerId="ADAL" clId="{0211529E-9E6C-4A0A-89E0-7A41870AE6B7}" dt="2023-09-18T15:17:27.753" v="1174" actId="20577"/>
        <pc:sldMkLst>
          <pc:docMk/>
          <pc:sldMk cId="1995191675" sldId="334"/>
        </pc:sldMkLst>
      </pc:sldChg>
      <pc:sldChg chg="del">
        <pc:chgData name="Devadiga, Aruna" userId="0eee9853-0f3c-4b8d-bbcf-43108229d2cf" providerId="ADAL" clId="{0211529E-9E6C-4A0A-89E0-7A41870AE6B7}" dt="2023-09-18T08:04:28.650" v="224" actId="2696"/>
        <pc:sldMkLst>
          <pc:docMk/>
          <pc:sldMk cId="1662224411" sldId="335"/>
        </pc:sldMkLst>
      </pc:sldChg>
      <pc:sldChg chg="addSp delSp modSp del mod">
        <pc:chgData name="Devadiga, Aruna" userId="0eee9853-0f3c-4b8d-bbcf-43108229d2cf" providerId="ADAL" clId="{0211529E-9E6C-4A0A-89E0-7A41870AE6B7}" dt="2023-09-19T06:08:30.942" v="2419" actId="2696"/>
        <pc:sldMkLst>
          <pc:docMk/>
          <pc:sldMk cId="2369387871" sldId="336"/>
        </pc:sldMkLst>
      </pc:sldChg>
      <pc:sldChg chg="del">
        <pc:chgData name="Devadiga, Aruna" userId="0eee9853-0f3c-4b8d-bbcf-43108229d2cf" providerId="ADAL" clId="{0211529E-9E6C-4A0A-89E0-7A41870AE6B7}" dt="2023-09-18T08:04:23.667" v="223" actId="2696"/>
        <pc:sldMkLst>
          <pc:docMk/>
          <pc:sldMk cId="1770123273" sldId="337"/>
        </pc:sldMkLst>
      </pc:sldChg>
      <pc:sldChg chg="add del">
        <pc:chgData name="Devadiga, Aruna" userId="0eee9853-0f3c-4b8d-bbcf-43108229d2cf" providerId="ADAL" clId="{0211529E-9E6C-4A0A-89E0-7A41870AE6B7}" dt="2023-09-18T08:01:49.304" v="163"/>
        <pc:sldMkLst>
          <pc:docMk/>
          <pc:sldMk cId="1395319950" sldId="338"/>
        </pc:sldMkLst>
      </pc:sldChg>
      <pc:sldChg chg="addSp modSp add mod">
        <pc:chgData name="Devadiga, Aruna" userId="0eee9853-0f3c-4b8d-bbcf-43108229d2cf" providerId="ADAL" clId="{0211529E-9E6C-4A0A-89E0-7A41870AE6B7}" dt="2023-09-21T04:59:31.470" v="9466" actId="20577"/>
        <pc:sldMkLst>
          <pc:docMk/>
          <pc:sldMk cId="2081337767" sldId="338"/>
        </pc:sldMkLst>
      </pc:sldChg>
      <pc:sldChg chg="add del">
        <pc:chgData name="Devadiga, Aruna" userId="0eee9853-0f3c-4b8d-bbcf-43108229d2cf" providerId="ADAL" clId="{0211529E-9E6C-4A0A-89E0-7A41870AE6B7}" dt="2023-09-18T08:05:00.402" v="227"/>
        <pc:sldMkLst>
          <pc:docMk/>
          <pc:sldMk cId="994566449" sldId="339"/>
        </pc:sldMkLst>
      </pc:sldChg>
      <pc:sldChg chg="addSp delSp modSp add del mod modClrScheme modAnim chgLayout">
        <pc:chgData name="Devadiga, Aruna" userId="0eee9853-0f3c-4b8d-bbcf-43108229d2cf" providerId="ADAL" clId="{0211529E-9E6C-4A0A-89E0-7A41870AE6B7}" dt="2023-09-19T16:02:49.713" v="5554" actId="2696"/>
        <pc:sldMkLst>
          <pc:docMk/>
          <pc:sldMk cId="2205140387" sldId="339"/>
        </pc:sldMkLst>
      </pc:sldChg>
      <pc:sldChg chg="add del">
        <pc:chgData name="Devadiga, Aruna" userId="0eee9853-0f3c-4b8d-bbcf-43108229d2cf" providerId="ADAL" clId="{0211529E-9E6C-4A0A-89E0-7A41870AE6B7}" dt="2023-09-18T08:01:49.304" v="163"/>
        <pc:sldMkLst>
          <pc:docMk/>
          <pc:sldMk cId="4193716579" sldId="339"/>
        </pc:sldMkLst>
      </pc:sldChg>
      <pc:sldChg chg="addSp delSp modSp add mod ord">
        <pc:chgData name="Devadiga, Aruna" userId="0eee9853-0f3c-4b8d-bbcf-43108229d2cf" providerId="ADAL" clId="{0211529E-9E6C-4A0A-89E0-7A41870AE6B7}" dt="2023-09-21T22:49:08.636" v="10999" actId="1076"/>
        <pc:sldMkLst>
          <pc:docMk/>
          <pc:sldMk cId="2391963471" sldId="340"/>
        </pc:sldMkLst>
      </pc:sldChg>
      <pc:sldChg chg="addSp delSp modSp add del mod">
        <pc:chgData name="Devadiga, Aruna" userId="0eee9853-0f3c-4b8d-bbcf-43108229d2cf" providerId="ADAL" clId="{0211529E-9E6C-4A0A-89E0-7A41870AE6B7}" dt="2023-09-19T16:34:01.555" v="5994" actId="2696"/>
        <pc:sldMkLst>
          <pc:docMk/>
          <pc:sldMk cId="1789468807" sldId="341"/>
        </pc:sldMkLst>
      </pc:sldChg>
      <pc:sldChg chg="addSp delSp modSp add mod setBg">
        <pc:chgData name="Devadiga, Aruna" userId="0eee9853-0f3c-4b8d-bbcf-43108229d2cf" providerId="ADAL" clId="{0211529E-9E6C-4A0A-89E0-7A41870AE6B7}" dt="2023-09-21T22:51:28.027" v="11022" actId="113"/>
        <pc:sldMkLst>
          <pc:docMk/>
          <pc:sldMk cId="1110207237" sldId="342"/>
        </pc:sldMkLst>
      </pc:sldChg>
      <pc:sldChg chg="addSp delSp modSp add mod ord modNotesTx">
        <pc:chgData name="Devadiga, Aruna" userId="0eee9853-0f3c-4b8d-bbcf-43108229d2cf" providerId="ADAL" clId="{0211529E-9E6C-4A0A-89E0-7A41870AE6B7}" dt="2023-09-21T23:02:53.227" v="11144" actId="207"/>
        <pc:sldMkLst>
          <pc:docMk/>
          <pc:sldMk cId="1206351708" sldId="343"/>
        </pc:sldMkLst>
      </pc:sldChg>
      <pc:sldChg chg="add del">
        <pc:chgData name="Devadiga, Aruna" userId="0eee9853-0f3c-4b8d-bbcf-43108229d2cf" providerId="ADAL" clId="{0211529E-9E6C-4A0A-89E0-7A41870AE6B7}" dt="2023-09-18T08:13:21.885" v="443"/>
        <pc:sldMkLst>
          <pc:docMk/>
          <pc:sldMk cId="55915279" sldId="344"/>
        </pc:sldMkLst>
      </pc:sldChg>
      <pc:sldChg chg="modSp add del mod">
        <pc:chgData name="Devadiga, Aruna" userId="0eee9853-0f3c-4b8d-bbcf-43108229d2cf" providerId="ADAL" clId="{0211529E-9E6C-4A0A-89E0-7A41870AE6B7}" dt="2023-09-18T15:23:14.042" v="1183" actId="2696"/>
        <pc:sldMkLst>
          <pc:docMk/>
          <pc:sldMk cId="1213229103" sldId="344"/>
        </pc:sldMkLst>
      </pc:sldChg>
      <pc:sldChg chg="addSp delSp modSp add del mod ord">
        <pc:chgData name="Devadiga, Aruna" userId="0eee9853-0f3c-4b8d-bbcf-43108229d2cf" providerId="ADAL" clId="{0211529E-9E6C-4A0A-89E0-7A41870AE6B7}" dt="2023-09-19T07:30:02.236" v="3547" actId="47"/>
        <pc:sldMkLst>
          <pc:docMk/>
          <pc:sldMk cId="4079898554" sldId="345"/>
        </pc:sldMkLst>
      </pc:sldChg>
      <pc:sldChg chg="modSp add del mod ord">
        <pc:chgData name="Devadiga, Aruna" userId="0eee9853-0f3c-4b8d-bbcf-43108229d2cf" providerId="ADAL" clId="{0211529E-9E6C-4A0A-89E0-7A41870AE6B7}" dt="2023-09-19T07:30:04.068" v="3548" actId="47"/>
        <pc:sldMkLst>
          <pc:docMk/>
          <pc:sldMk cId="1025803392" sldId="346"/>
        </pc:sldMkLst>
      </pc:sldChg>
      <pc:sldChg chg="modSp add del mod ord">
        <pc:chgData name="Devadiga, Aruna" userId="0eee9853-0f3c-4b8d-bbcf-43108229d2cf" providerId="ADAL" clId="{0211529E-9E6C-4A0A-89E0-7A41870AE6B7}" dt="2023-09-19T07:37:15.240" v="3549" actId="2696"/>
        <pc:sldMkLst>
          <pc:docMk/>
          <pc:sldMk cId="318760048" sldId="347"/>
        </pc:sldMkLst>
      </pc:sldChg>
      <pc:sldChg chg="modSp add del mod ord">
        <pc:chgData name="Devadiga, Aruna" userId="0eee9853-0f3c-4b8d-bbcf-43108229d2cf" providerId="ADAL" clId="{0211529E-9E6C-4A0A-89E0-7A41870AE6B7}" dt="2023-09-19T07:37:59.929" v="3554" actId="2696"/>
        <pc:sldMkLst>
          <pc:docMk/>
          <pc:sldMk cId="3693319649" sldId="348"/>
        </pc:sldMkLst>
      </pc:sldChg>
      <pc:sldChg chg="add del">
        <pc:chgData name="Devadiga, Aruna" userId="0eee9853-0f3c-4b8d-bbcf-43108229d2cf" providerId="ADAL" clId="{0211529E-9E6C-4A0A-89E0-7A41870AE6B7}" dt="2023-09-18T15:23:47.195" v="1188" actId="47"/>
        <pc:sldMkLst>
          <pc:docMk/>
          <pc:sldMk cId="162002487" sldId="349"/>
        </pc:sldMkLst>
      </pc:sldChg>
      <pc:sldChg chg="addSp delSp modSp add del mod">
        <pc:chgData name="Devadiga, Aruna" userId="0eee9853-0f3c-4b8d-bbcf-43108229d2cf" providerId="ADAL" clId="{0211529E-9E6C-4A0A-89E0-7A41870AE6B7}" dt="2023-09-19T05:36:29.719" v="1992" actId="2696"/>
        <pc:sldMkLst>
          <pc:docMk/>
          <pc:sldMk cId="2256642560" sldId="350"/>
        </pc:sldMkLst>
      </pc:sldChg>
      <pc:sldChg chg="addSp delSp modSp add mod modAnim modNotesTx">
        <pc:chgData name="Devadiga, Aruna" userId="0eee9853-0f3c-4b8d-bbcf-43108229d2cf" providerId="ADAL" clId="{0211529E-9E6C-4A0A-89E0-7A41870AE6B7}" dt="2023-09-20T11:40:49.723" v="8227" actId="1076"/>
        <pc:sldMkLst>
          <pc:docMk/>
          <pc:sldMk cId="3065793940" sldId="351"/>
        </pc:sldMkLst>
      </pc:sldChg>
      <pc:sldChg chg="modSp add del mod">
        <pc:chgData name="Devadiga, Aruna" userId="0eee9853-0f3c-4b8d-bbcf-43108229d2cf" providerId="ADAL" clId="{0211529E-9E6C-4A0A-89E0-7A41870AE6B7}" dt="2023-09-18T15:24:39.500" v="1195"/>
        <pc:sldMkLst>
          <pc:docMk/>
          <pc:sldMk cId="3274748269" sldId="351"/>
        </pc:sldMkLst>
      </pc:sldChg>
      <pc:sldChg chg="addSp delSp modSp add mod delAnim modAnim">
        <pc:chgData name="Devadiga, Aruna" userId="0eee9853-0f3c-4b8d-bbcf-43108229d2cf" providerId="ADAL" clId="{0211529E-9E6C-4A0A-89E0-7A41870AE6B7}" dt="2023-09-20T11:42:43.928" v="8232" actId="14861"/>
        <pc:sldMkLst>
          <pc:docMk/>
          <pc:sldMk cId="2246358593" sldId="352"/>
        </pc:sldMkLst>
      </pc:sldChg>
      <pc:sldChg chg="add del">
        <pc:chgData name="Devadiga, Aruna" userId="0eee9853-0f3c-4b8d-bbcf-43108229d2cf" providerId="ADAL" clId="{0211529E-9E6C-4A0A-89E0-7A41870AE6B7}" dt="2023-09-19T04:07:27.547" v="1573" actId="2696"/>
        <pc:sldMkLst>
          <pc:docMk/>
          <pc:sldMk cId="1333224268" sldId="353"/>
        </pc:sldMkLst>
      </pc:sldChg>
      <pc:sldChg chg="add del">
        <pc:chgData name="Devadiga, Aruna" userId="0eee9853-0f3c-4b8d-bbcf-43108229d2cf" providerId="ADAL" clId="{0211529E-9E6C-4A0A-89E0-7A41870AE6B7}" dt="2023-09-19T04:19:17.345" v="1710" actId="2696"/>
        <pc:sldMkLst>
          <pc:docMk/>
          <pc:sldMk cId="2576772278" sldId="353"/>
        </pc:sldMkLst>
      </pc:sldChg>
      <pc:sldChg chg="modSp add del mod ord">
        <pc:chgData name="Devadiga, Aruna" userId="0eee9853-0f3c-4b8d-bbcf-43108229d2cf" providerId="ADAL" clId="{0211529E-9E6C-4A0A-89E0-7A41870AE6B7}" dt="2023-09-19T07:37:33.816" v="3551" actId="2696"/>
        <pc:sldMkLst>
          <pc:docMk/>
          <pc:sldMk cId="3565210248" sldId="353"/>
        </pc:sldMkLst>
      </pc:sldChg>
      <pc:sldChg chg="addSp delSp modSp add mod">
        <pc:chgData name="Devadiga, Aruna" userId="0eee9853-0f3c-4b8d-bbcf-43108229d2cf" providerId="ADAL" clId="{0211529E-9E6C-4A0A-89E0-7A41870AE6B7}" dt="2023-09-21T22:51:54.970" v="11024" actId="114"/>
        <pc:sldMkLst>
          <pc:docMk/>
          <pc:sldMk cId="4114456333" sldId="354"/>
        </pc:sldMkLst>
      </pc:sldChg>
      <pc:sldChg chg="modSp add del mod ord">
        <pc:chgData name="Devadiga, Aruna" userId="0eee9853-0f3c-4b8d-bbcf-43108229d2cf" providerId="ADAL" clId="{0211529E-9E6C-4A0A-89E0-7A41870AE6B7}" dt="2023-09-19T07:37:55.423" v="3553" actId="2696"/>
        <pc:sldMkLst>
          <pc:docMk/>
          <pc:sldMk cId="511931941" sldId="355"/>
        </pc:sldMkLst>
      </pc:sldChg>
      <pc:sldChg chg="addSp delSp modSp add del mod ord">
        <pc:chgData name="Devadiga, Aruna" userId="0eee9853-0f3c-4b8d-bbcf-43108229d2cf" providerId="ADAL" clId="{0211529E-9E6C-4A0A-89E0-7A41870AE6B7}" dt="2023-09-19T18:35:46.560" v="7935" actId="2696"/>
        <pc:sldMkLst>
          <pc:docMk/>
          <pc:sldMk cId="2110947693" sldId="356"/>
        </pc:sldMkLst>
      </pc:sldChg>
      <pc:sldChg chg="delSp modSp add del mod ord">
        <pc:chgData name="Devadiga, Aruna" userId="0eee9853-0f3c-4b8d-bbcf-43108229d2cf" providerId="ADAL" clId="{0211529E-9E6C-4A0A-89E0-7A41870AE6B7}" dt="2023-09-19T09:26:24.005" v="4592" actId="2696"/>
        <pc:sldMkLst>
          <pc:docMk/>
          <pc:sldMk cId="3471878247" sldId="357"/>
        </pc:sldMkLst>
      </pc:sldChg>
      <pc:sldChg chg="delSp modSp add del mod">
        <pc:chgData name="Devadiga, Aruna" userId="0eee9853-0f3c-4b8d-bbcf-43108229d2cf" providerId="ADAL" clId="{0211529E-9E6C-4A0A-89E0-7A41870AE6B7}" dt="2023-09-19T08:50:51.721" v="3828" actId="2696"/>
        <pc:sldMkLst>
          <pc:docMk/>
          <pc:sldMk cId="3364928199" sldId="358"/>
        </pc:sldMkLst>
      </pc:sldChg>
      <pc:sldChg chg="addSp delSp modSp add del mod">
        <pc:chgData name="Devadiga, Aruna" userId="0eee9853-0f3c-4b8d-bbcf-43108229d2cf" providerId="ADAL" clId="{0211529E-9E6C-4A0A-89E0-7A41870AE6B7}" dt="2023-09-19T17:37:26.630" v="6980" actId="2696"/>
        <pc:sldMkLst>
          <pc:docMk/>
          <pc:sldMk cId="3729039923" sldId="358"/>
        </pc:sldMkLst>
      </pc:sldChg>
      <pc:sldChg chg="modSp add del mod ord">
        <pc:chgData name="Devadiga, Aruna" userId="0eee9853-0f3c-4b8d-bbcf-43108229d2cf" providerId="ADAL" clId="{0211529E-9E6C-4A0A-89E0-7A41870AE6B7}" dt="2023-09-19T07:37:42.461" v="3552" actId="2696"/>
        <pc:sldMkLst>
          <pc:docMk/>
          <pc:sldMk cId="123162064" sldId="359"/>
        </pc:sldMkLst>
      </pc:sldChg>
      <pc:sldChg chg="addSp delSp modSp add mod delAnim modAnim">
        <pc:chgData name="Devadiga, Aruna" userId="0eee9853-0f3c-4b8d-bbcf-43108229d2cf" providerId="ADAL" clId="{0211529E-9E6C-4A0A-89E0-7A41870AE6B7}" dt="2023-09-21T22:44:06.504" v="10927" actId="20577"/>
        <pc:sldMkLst>
          <pc:docMk/>
          <pc:sldMk cId="3111357856" sldId="359"/>
        </pc:sldMkLst>
      </pc:sldChg>
      <pc:sldChg chg="addSp delSp modSp add mod ord modAnim">
        <pc:chgData name="Devadiga, Aruna" userId="0eee9853-0f3c-4b8d-bbcf-43108229d2cf" providerId="ADAL" clId="{0211529E-9E6C-4A0A-89E0-7A41870AE6B7}" dt="2023-09-21T22:47:21.050" v="10988"/>
        <pc:sldMkLst>
          <pc:docMk/>
          <pc:sldMk cId="780513868" sldId="360"/>
        </pc:sldMkLst>
      </pc:sldChg>
      <pc:sldChg chg="add del">
        <pc:chgData name="Devadiga, Aruna" userId="0eee9853-0f3c-4b8d-bbcf-43108229d2cf" providerId="ADAL" clId="{0211529E-9E6C-4A0A-89E0-7A41870AE6B7}" dt="2023-09-19T08:50:48.238" v="3827" actId="2696"/>
        <pc:sldMkLst>
          <pc:docMk/>
          <pc:sldMk cId="1817937429" sldId="360"/>
        </pc:sldMkLst>
      </pc:sldChg>
      <pc:sldChg chg="addSp delSp modSp add mod delAnim modAnim">
        <pc:chgData name="Devadiga, Aruna" userId="0eee9853-0f3c-4b8d-bbcf-43108229d2cf" providerId="ADAL" clId="{0211529E-9E6C-4A0A-89E0-7A41870AE6B7}" dt="2023-09-21T22:47:40.885" v="10989" actId="1076"/>
        <pc:sldMkLst>
          <pc:docMk/>
          <pc:sldMk cId="4173706850" sldId="361"/>
        </pc:sldMkLst>
      </pc:sldChg>
      <pc:sldChg chg="addSp delSp modSp add mod ord">
        <pc:chgData name="Devadiga, Aruna" userId="0eee9853-0f3c-4b8d-bbcf-43108229d2cf" providerId="ADAL" clId="{0211529E-9E6C-4A0A-89E0-7A41870AE6B7}" dt="2023-09-21T22:36:17.496" v="10869" actId="20577"/>
        <pc:sldMkLst>
          <pc:docMk/>
          <pc:sldMk cId="306595572" sldId="362"/>
        </pc:sldMkLst>
      </pc:sldChg>
      <pc:sldChg chg="addSp delSp modSp add del mod addAnim delAnim modAnim">
        <pc:chgData name="Devadiga, Aruna" userId="0eee9853-0f3c-4b8d-bbcf-43108229d2cf" providerId="ADAL" clId="{0211529E-9E6C-4A0A-89E0-7A41870AE6B7}" dt="2023-09-21T21:49:28.335" v="9648" actId="47"/>
        <pc:sldMkLst>
          <pc:docMk/>
          <pc:sldMk cId="4247020247" sldId="410"/>
        </pc:sldMkLst>
      </pc:sldChg>
      <pc:sldChg chg="addSp delSp modSp add mod ord delAnim modAnim">
        <pc:chgData name="Devadiga, Aruna" userId="0eee9853-0f3c-4b8d-bbcf-43108229d2cf" providerId="ADAL" clId="{0211529E-9E6C-4A0A-89E0-7A41870AE6B7}" dt="2023-09-21T22:43:30.456" v="10924" actId="20577"/>
        <pc:sldMkLst>
          <pc:docMk/>
          <pc:sldMk cId="2791663611" sldId="411"/>
        </pc:sldMkLst>
      </pc:sldChg>
      <pc:sldChg chg="delSp modSp add mod ord delAnim">
        <pc:chgData name="Devadiga, Aruna" userId="0eee9853-0f3c-4b8d-bbcf-43108229d2cf" providerId="ADAL" clId="{0211529E-9E6C-4A0A-89E0-7A41870AE6B7}" dt="2023-09-21T22:49:38.027" v="11003" actId="1076"/>
        <pc:sldMkLst>
          <pc:docMk/>
          <pc:sldMk cId="1816992847" sldId="412"/>
        </pc:sldMkLst>
      </pc:sldChg>
      <pc:sldChg chg="modSp add mod modNotesTx">
        <pc:chgData name="Devadiga, Aruna" userId="0eee9853-0f3c-4b8d-bbcf-43108229d2cf" providerId="ADAL" clId="{0211529E-9E6C-4A0A-89E0-7A41870AE6B7}" dt="2023-09-21T22:43:16.014" v="10920" actId="20577"/>
        <pc:sldMkLst>
          <pc:docMk/>
          <pc:sldMk cId="2553827806" sldId="413"/>
        </pc:sldMkLst>
      </pc:sldChg>
      <pc:sldChg chg="addSp delSp modSp add mod addAnim delAnim modAnim">
        <pc:chgData name="Devadiga, Aruna" userId="0eee9853-0f3c-4b8d-bbcf-43108229d2cf" providerId="ADAL" clId="{0211529E-9E6C-4A0A-89E0-7A41870AE6B7}" dt="2023-09-21T22:37:28.453" v="10884" actId="478"/>
        <pc:sldMkLst>
          <pc:docMk/>
          <pc:sldMk cId="3386280451" sldId="414"/>
        </pc:sldMkLst>
      </pc:sldChg>
      <pc:sldChg chg="add del">
        <pc:chgData name="Devadiga, Aruna" userId="0eee9853-0f3c-4b8d-bbcf-43108229d2cf" providerId="ADAL" clId="{0211529E-9E6C-4A0A-89E0-7A41870AE6B7}" dt="2023-09-21T22:18:06.858" v="10339" actId="2696"/>
        <pc:sldMkLst>
          <pc:docMk/>
          <pc:sldMk cId="1048333879" sldId="415"/>
        </pc:sldMkLst>
      </pc:sldChg>
    </pc:docChg>
  </pc:docChgLst>
  <pc:docChgLst>
    <pc:chgData name="S, Anusha" userId="S::anusha.s@siemens-healthineers.com::5118c127-8573-4f7d-a2b0-c21bc3744401" providerId="AD" clId="Web-{74CBF272-A5F5-4E76-BD0D-C2D728252CD2}"/>
    <pc:docChg chg="sldOrd">
      <pc:chgData name="S, Anusha" userId="S::anusha.s@siemens-healthineers.com::5118c127-8573-4f7d-a2b0-c21bc3744401" providerId="AD" clId="Web-{74CBF272-A5F5-4E76-BD0D-C2D728252CD2}" dt="2023-12-15T04:45:33.292" v="0"/>
      <pc:docMkLst>
        <pc:docMk/>
      </pc:docMkLst>
      <pc:sldChg chg="ord">
        <pc:chgData name="S, Anusha" userId="S::anusha.s@siemens-healthineers.com::5118c127-8573-4f7d-a2b0-c21bc3744401" providerId="AD" clId="Web-{74CBF272-A5F5-4E76-BD0D-C2D728252CD2}" dt="2023-12-15T04:45:33.292" v="0"/>
        <pc:sldMkLst>
          <pc:docMk/>
          <pc:sldMk cId="3386280451" sldId="41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520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336413" y="0"/>
            <a:ext cx="2520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BDA71A-1B2A-4433-8945-45370C4DCDE9}" type="datetimeFigureOut">
              <a:rPr lang="de-DE" smtClean="0"/>
              <a:t>19.02.2026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5200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336413" y="8685213"/>
            <a:ext cx="25200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de-DE" b="1"/>
              <a:t>Handout No. </a:t>
            </a:r>
            <a:fld id="{B49B9624-A158-41A9-AA0A-67326D52065F}" type="slidenum">
              <a:rPr lang="de-DE" smtClean="0"/>
              <a:t>‹#›</a:t>
            </a:fld>
            <a:endParaRPr lang="de-DE"/>
          </a:p>
        </p:txBody>
      </p:sp>
      <p:pic>
        <p:nvPicPr>
          <p:cNvPr id="6" name="Picture 6" descr="\\vmware-host\Shared Folders\von PS\Siemens Healthineers\sh_logo_RGB.wmf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72206" y="98628"/>
            <a:ext cx="1512000" cy="36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7200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5200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336413" y="0"/>
            <a:ext cx="25200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F07D9B-B795-4FD2-B57A-16A22194EECE}" type="datetimeFigureOut">
              <a:rPr lang="de-DE" smtClean="0"/>
              <a:t>19.02.2026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7350" y="685800"/>
            <a:ext cx="60833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5200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336413" y="8685213"/>
            <a:ext cx="25200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de-DE" b="1"/>
              <a:t>Notes No. </a:t>
            </a:r>
            <a:fld id="{D4C7309E-6B14-43E2-9D02-8D68126D84D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8" name="Picture 6" descr="\\vmware-host\Shared Folders\von PS\Siemens Healthineers\sh_logo_RGB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206" y="98628"/>
            <a:ext cx="1512000" cy="36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9435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 b="1"/>
              <a:t>Notes No. </a:t>
            </a:r>
            <a:fld id="{D4C7309E-6B14-43E2-9D02-8D68126D84D9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6322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 b="1"/>
              <a:t>Notes No. </a:t>
            </a:r>
            <a:fld id="{D4C7309E-6B14-43E2-9D02-8D68126D84D9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4686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074C0-486E-E946-0ABC-B5827622E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6008E29-E7C3-E8B4-F66E-1FF43C273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1D8226C-6C15-B002-18E1-6429F90331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8FFCEE-C872-D777-3CB2-9BBEBCE805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 b="1"/>
              <a:t>Notes No. </a:t>
            </a:r>
            <a:fld id="{D4C7309E-6B14-43E2-9D02-8D68126D84D9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5174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4DCB1-2E2A-3590-B53E-334572636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75BF554-D740-349B-6C0F-29BE69B8E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4C64B67-8F6E-DDD7-1CEE-8F5CECC40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6F60511-0B4C-CE9D-8E11-48E2238EF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 b="1"/>
              <a:t>Notes No. </a:t>
            </a:r>
            <a:fld id="{D4C7309E-6B14-43E2-9D02-8D68126D84D9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453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AE6BF-139A-F512-A986-E2DC92986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BCEC4E4-C3DF-59F0-4348-4DEDDC39C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26C09AC-AB58-599B-0AAC-BFCC8D979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E0B64C5-115F-BFD5-119C-018CE83CF1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 b="1"/>
              <a:t>Notes No. </a:t>
            </a:r>
            <a:fld id="{D4C7309E-6B14-43E2-9D02-8D68126D84D9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2144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2206F-C1B1-137E-3AC6-2188C2DA3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1EB3AB5-A68D-DC18-8351-F64447D08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E2579AD-848A-D463-D15F-74B4127E8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C6D28E-9302-19BA-015F-4D0C0B48B7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 b="1"/>
              <a:t>Notes No. </a:t>
            </a:r>
            <a:fld id="{D4C7309E-6B14-43E2-9D02-8D68126D84D9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8201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8E458-21BF-2363-B30D-AF49E4205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2405679-3959-3580-B299-32AC28749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ECADC4E-FB95-6967-0A71-F5E18D985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DAC2E3-E970-434C-585F-A28083BA3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 b="1"/>
              <a:t>Notes No. </a:t>
            </a:r>
            <a:fld id="{D4C7309E-6B14-43E2-9D02-8D68126D84D9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99449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FCBB1-56E3-71AB-77E3-2F707542D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216736F-08B8-33E2-8696-0112E3EE2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8CD638A-1348-06C8-DADA-34E0597FC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9E3073-366C-4473-064D-7235CA339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 b="1"/>
              <a:t>Notes No. </a:t>
            </a:r>
            <a:fld id="{D4C7309E-6B14-43E2-9D02-8D68126D84D9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8590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35044-A254-10ED-97F5-3966A9C45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B971B14-691E-5AD3-5131-557DEA698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DCD4D15-94B5-8C85-EF78-0B6B87CCA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417339-D715-A2D6-9041-987ADFD1C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 b="1"/>
              <a:t>Notes No. </a:t>
            </a:r>
            <a:fld id="{D4C7309E-6B14-43E2-9D02-8D68126D84D9}" type="slidenum">
              <a:rPr lang="de-DE" smtClean="0"/>
              <a:pPr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7647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 b="1"/>
              <a:t>Notes No. </a:t>
            </a:r>
            <a:fld id="{D4C7309E-6B14-43E2-9D02-8D68126D84D9}" type="slidenum">
              <a:rPr lang="de-DE" smtClean="0"/>
              <a:pPr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4842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Title Picture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hite cover"/>
          <p:cNvSpPr/>
          <p:nvPr userDrawn="1"/>
        </p:nvSpPr>
        <p:spPr bwMode="white">
          <a:xfrm>
            <a:off x="2" y="0"/>
            <a:ext cx="12169773" cy="16192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Subhead"/>
          <p:cNvSpPr>
            <a:spLocks noGrp="1"/>
          </p:cNvSpPr>
          <p:nvPr>
            <p:ph type="ctrTitle" hasCustomPrompt="1"/>
          </p:nvPr>
        </p:nvSpPr>
        <p:spPr>
          <a:xfrm>
            <a:off x="540000" y="4360703"/>
            <a:ext cx="3574800" cy="360000"/>
          </a:xfrm>
        </p:spPr>
        <p:txBody>
          <a:bodyPr lIns="0" tIns="0" rIns="0" bIns="0" anchor="t" anchorCtr="0"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Optional subhead</a:t>
            </a:r>
          </a:p>
        </p:txBody>
      </p:sp>
      <p:sp>
        <p:nvSpPr>
          <p:cNvPr id="3" name="Headline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540001" y="1915073"/>
            <a:ext cx="5462766" cy="2400452"/>
          </a:xfrm>
        </p:spPr>
        <p:txBody>
          <a:bodyPr lIns="0" tIns="0" rIns="0" bIns="0"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2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Headline </a:t>
            </a:r>
            <a:br>
              <a:rPr lang="en-US" noProof="0"/>
            </a:br>
            <a:r>
              <a:rPr lang="en-US" noProof="0"/>
              <a:t>Calibri Bold 52 pt</a:t>
            </a:r>
          </a:p>
        </p:txBody>
      </p:sp>
      <p:sp>
        <p:nvSpPr>
          <p:cNvPr id="22" name="Presenter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5089351"/>
            <a:ext cx="3574800" cy="541015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Presenter Calibri 16 pt</a:t>
            </a:r>
            <a:br>
              <a:rPr lang="en-US" noProof="0"/>
            </a:br>
            <a:r>
              <a:rPr lang="en-US" noProof="0"/>
              <a:t>English, Month </a:t>
            </a:r>
            <a:fld id="{A3E81279-3CEF-4E95-BF93-F0714C6A83CD}" type="datetimeyyyy">
              <a:rPr lang="en-US" noProof="0" smtClean="0"/>
              <a:t>2023</a:t>
            </a:fld>
            <a:endParaRPr lang="en-US" noProof="0"/>
          </a:p>
        </p:txBody>
      </p:sp>
      <p:pic>
        <p:nvPicPr>
          <p:cNvPr id="11" name="Siemens Healthineers logo">
            <a:extLst>
              <a:ext uri="{FF2B5EF4-FFF2-40B4-BE49-F238E27FC236}">
                <a16:creationId xmlns:a16="http://schemas.microsoft.com/office/drawing/2014/main" id="{3E87284A-01A1-458D-9F58-125C59E2B1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43908" y="497114"/>
            <a:ext cx="2484000" cy="592209"/>
          </a:xfrm>
          <a:prstGeom prst="rect">
            <a:avLst/>
          </a:prstGeom>
        </p:spPr>
      </p:pic>
      <p:sp>
        <p:nvSpPr>
          <p:cNvPr id="12" name="Abgerundetes Rechteck 8">
            <a:extLst>
              <a:ext uri="{FF2B5EF4-FFF2-40B4-BE49-F238E27FC236}">
                <a16:creationId xmlns:a16="http://schemas.microsoft.com/office/drawing/2014/main" id="{30D7F9CD-8B83-4F18-B10F-001936C27D9A}"/>
              </a:ext>
            </a:extLst>
          </p:cNvPr>
          <p:cNvSpPr/>
          <p:nvPr userDrawn="1"/>
        </p:nvSpPr>
        <p:spPr>
          <a:xfrm>
            <a:off x="12560400" y="5407843"/>
            <a:ext cx="1800000" cy="1450157"/>
          </a:xfrm>
          <a:prstGeom prst="roundRect">
            <a:avLst>
              <a:gd name="adj" fmla="val 0"/>
            </a:avLst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noProof="0">
                <a:solidFill>
                  <a:schemeClr val="tx1"/>
                </a:solidFill>
                <a:latin typeface="+mn-lt"/>
              </a:rPr>
              <a:t>The animation</a:t>
            </a:r>
            <a:r>
              <a:rPr lang="en-US" sz="1100" noProof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100" noProof="0">
                <a:solidFill>
                  <a:schemeClr val="bg1"/>
                </a:solidFill>
                <a:latin typeface="+mn-lt"/>
              </a:rPr>
              <a:t>of the dot pulse </a:t>
            </a:r>
            <a:r>
              <a:rPr lang="en-US" sz="1100" noProof="0">
                <a:solidFill>
                  <a:schemeClr val="tx1"/>
                </a:solidFill>
                <a:latin typeface="+mn-lt"/>
              </a:rPr>
              <a:t>can be </a:t>
            </a:r>
            <a:r>
              <a:rPr lang="en-US" sz="1100" noProof="0">
                <a:solidFill>
                  <a:schemeClr val="tx1"/>
                </a:solidFill>
              </a:rPr>
              <a:t>optionally  </a:t>
            </a:r>
            <a:r>
              <a:rPr lang="en-US" sz="1100" noProof="0">
                <a:solidFill>
                  <a:schemeClr val="tx1"/>
                </a:solidFill>
                <a:latin typeface="+mn-lt"/>
              </a:rPr>
              <a:t>switched off on the master layout.</a:t>
            </a:r>
          </a:p>
          <a:p>
            <a:endParaRPr lang="en-US" sz="1100" noProof="0">
              <a:solidFill>
                <a:schemeClr val="bg1"/>
              </a:solidFill>
              <a:latin typeface="+mn-lt"/>
            </a:endParaRPr>
          </a:p>
          <a:p>
            <a:r>
              <a:rPr lang="en-US" sz="1100" noProof="0">
                <a:solidFill>
                  <a:schemeClr val="bg1"/>
                </a:solidFill>
                <a:latin typeface="+mn-lt"/>
              </a:rPr>
              <a:t>Go to View &gt; Slide Master</a:t>
            </a:r>
          </a:p>
          <a:p>
            <a:r>
              <a:rPr lang="en-US" sz="1100" noProof="0">
                <a:solidFill>
                  <a:schemeClr val="bg1"/>
                </a:solidFill>
                <a:latin typeface="+mn-lt"/>
              </a:rPr>
              <a:t>After that go to Animations &gt; Animations Pane.</a:t>
            </a:r>
          </a:p>
        </p:txBody>
      </p:sp>
      <p:pic>
        <p:nvPicPr>
          <p:cNvPr id="13" name="Dot pulse">
            <a:extLst>
              <a:ext uri="{FF2B5EF4-FFF2-40B4-BE49-F238E27FC236}">
                <a16:creationId xmlns:a16="http://schemas.microsoft.com/office/drawing/2014/main" id="{308C3086-C876-432D-8B3E-89699301CAE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0232" y="5999014"/>
            <a:ext cx="2826000" cy="144267"/>
          </a:xfrm>
          <a:prstGeom prst="rect">
            <a:avLst/>
          </a:prstGeom>
        </p:spPr>
      </p:pic>
      <p:sp>
        <p:nvSpPr>
          <p:cNvPr id="14" name="Abgerundetes Rechteck 8">
            <a:extLst>
              <a:ext uri="{FF2B5EF4-FFF2-40B4-BE49-F238E27FC236}">
                <a16:creationId xmlns:a16="http://schemas.microsoft.com/office/drawing/2014/main" id="{F28C118A-C910-4A30-B1F0-95D02F39904B}"/>
              </a:ext>
            </a:extLst>
          </p:cNvPr>
          <p:cNvSpPr/>
          <p:nvPr userDrawn="1"/>
        </p:nvSpPr>
        <p:spPr>
          <a:xfrm>
            <a:off x="12560400" y="4655790"/>
            <a:ext cx="1800000" cy="624002"/>
          </a:xfrm>
          <a:prstGeom prst="roundRect">
            <a:avLst>
              <a:gd name="adj" fmla="val 0"/>
            </a:avLst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0" noProof="0">
                <a:solidFill>
                  <a:schemeClr val="tx1"/>
                </a:solidFill>
                <a:latin typeface="+mn-lt"/>
              </a:rPr>
              <a:t>Select </a:t>
            </a:r>
            <a:r>
              <a:rPr lang="en-US" sz="1100" b="1" noProof="0">
                <a:solidFill>
                  <a:schemeClr val="tx1"/>
                </a:solidFill>
                <a:latin typeface="+mn-lt"/>
              </a:rPr>
              <a:t>additional title motifs </a:t>
            </a:r>
            <a:r>
              <a:rPr lang="en-US" sz="1100" b="0" noProof="0">
                <a:solidFill>
                  <a:schemeClr val="tx1"/>
                </a:solidFill>
                <a:latin typeface="+mn-lt"/>
              </a:rPr>
              <a:t>from the separate PPT </a:t>
            </a:r>
            <a:br>
              <a:rPr lang="en-US" sz="1100" b="0" noProof="0">
                <a:solidFill>
                  <a:schemeClr val="tx1"/>
                </a:solidFill>
                <a:latin typeface="+mn-lt"/>
              </a:rPr>
            </a:br>
            <a:r>
              <a:rPr lang="en-US" sz="1100" b="0" noProof="0">
                <a:solidFill>
                  <a:schemeClr val="tx1"/>
                </a:solidFill>
                <a:latin typeface="+mn-lt"/>
              </a:rPr>
              <a:t>“Title variations”.</a:t>
            </a:r>
            <a:endParaRPr lang="en-US" sz="1100" noProof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5" name="Marker">
            <a:extLst>
              <a:ext uri="{FF2B5EF4-FFF2-40B4-BE49-F238E27FC236}">
                <a16:creationId xmlns:a16="http://schemas.microsoft.com/office/drawing/2014/main" id="{203C11FA-C801-422E-9F79-C2E5974841E6}"/>
              </a:ext>
            </a:extLst>
          </p:cNvPr>
          <p:cNvGrpSpPr/>
          <p:nvPr userDrawn="1"/>
        </p:nvGrpSpPr>
        <p:grpSpPr>
          <a:xfrm>
            <a:off x="-468000" y="-360000"/>
            <a:ext cx="12999600" cy="7578000"/>
            <a:chOff x="-468000" y="-360000"/>
            <a:chExt cx="12999600" cy="7578000"/>
          </a:xfrm>
        </p:grpSpPr>
        <p:cxnSp>
          <p:nvCxnSpPr>
            <p:cNvPr id="16" name="Gerade Verbindung 40">
              <a:extLst>
                <a:ext uri="{FF2B5EF4-FFF2-40B4-BE49-F238E27FC236}">
                  <a16:creationId xmlns:a16="http://schemas.microsoft.com/office/drawing/2014/main" id="{D031BCF9-84E8-418E-8AEE-B4A2B10E5918}"/>
                </a:ext>
              </a:extLst>
            </p:cNvPr>
            <p:cNvCxnSpPr/>
            <p:nvPr userDrawn="1"/>
          </p:nvCxnSpPr>
          <p:spPr>
            <a:xfrm>
              <a:off x="5400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42">
              <a:extLst>
                <a:ext uri="{FF2B5EF4-FFF2-40B4-BE49-F238E27FC236}">
                  <a16:creationId xmlns:a16="http://schemas.microsoft.com/office/drawing/2014/main" id="{1D25D2D7-52B1-4264-905E-74357A728837}"/>
                </a:ext>
              </a:extLst>
            </p:cNvPr>
            <p:cNvCxnSpPr/>
            <p:nvPr userDrawn="1"/>
          </p:nvCxnSpPr>
          <p:spPr>
            <a:xfrm>
              <a:off x="5400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45">
              <a:extLst>
                <a:ext uri="{FF2B5EF4-FFF2-40B4-BE49-F238E27FC236}">
                  <a16:creationId xmlns:a16="http://schemas.microsoft.com/office/drawing/2014/main" id="{85ECCCE4-B347-4562-8B5B-B3E088D3D159}"/>
                </a:ext>
              </a:extLst>
            </p:cNvPr>
            <p:cNvCxnSpPr/>
            <p:nvPr userDrawn="1"/>
          </p:nvCxnSpPr>
          <p:spPr>
            <a:xfrm>
              <a:off x="1299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46">
              <a:extLst>
                <a:ext uri="{FF2B5EF4-FFF2-40B4-BE49-F238E27FC236}">
                  <a16:creationId xmlns:a16="http://schemas.microsoft.com/office/drawing/2014/main" id="{315FF164-B668-4C95-AEA8-E6F5CC67C93A}"/>
                </a:ext>
              </a:extLst>
            </p:cNvPr>
            <p:cNvCxnSpPr/>
            <p:nvPr userDrawn="1"/>
          </p:nvCxnSpPr>
          <p:spPr>
            <a:xfrm>
              <a:off x="1299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 Verbindung 48">
              <a:extLst>
                <a:ext uri="{FF2B5EF4-FFF2-40B4-BE49-F238E27FC236}">
                  <a16:creationId xmlns:a16="http://schemas.microsoft.com/office/drawing/2014/main" id="{36C0B5C8-A467-47E4-ACF3-2FCB141DA49B}"/>
                </a:ext>
              </a:extLst>
            </p:cNvPr>
            <p:cNvCxnSpPr/>
            <p:nvPr userDrawn="1"/>
          </p:nvCxnSpPr>
          <p:spPr>
            <a:xfrm>
              <a:off x="1479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49">
              <a:extLst>
                <a:ext uri="{FF2B5EF4-FFF2-40B4-BE49-F238E27FC236}">
                  <a16:creationId xmlns:a16="http://schemas.microsoft.com/office/drawing/2014/main" id="{8A8AE28F-68E3-4218-952B-C0FB3F688811}"/>
                </a:ext>
              </a:extLst>
            </p:cNvPr>
            <p:cNvCxnSpPr/>
            <p:nvPr userDrawn="1"/>
          </p:nvCxnSpPr>
          <p:spPr>
            <a:xfrm>
              <a:off x="1479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51">
              <a:extLst>
                <a:ext uri="{FF2B5EF4-FFF2-40B4-BE49-F238E27FC236}">
                  <a16:creationId xmlns:a16="http://schemas.microsoft.com/office/drawing/2014/main" id="{3882FEFD-B94C-4415-AE3C-8086BDD12083}"/>
                </a:ext>
              </a:extLst>
            </p:cNvPr>
            <p:cNvCxnSpPr/>
            <p:nvPr userDrawn="1"/>
          </p:nvCxnSpPr>
          <p:spPr>
            <a:xfrm>
              <a:off x="2239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52">
              <a:extLst>
                <a:ext uri="{FF2B5EF4-FFF2-40B4-BE49-F238E27FC236}">
                  <a16:creationId xmlns:a16="http://schemas.microsoft.com/office/drawing/2014/main" id="{9E1DB1E3-A940-41E6-9F3A-36C5C8601D04}"/>
                </a:ext>
              </a:extLst>
            </p:cNvPr>
            <p:cNvCxnSpPr/>
            <p:nvPr userDrawn="1"/>
          </p:nvCxnSpPr>
          <p:spPr>
            <a:xfrm>
              <a:off x="2239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54">
              <a:extLst>
                <a:ext uri="{FF2B5EF4-FFF2-40B4-BE49-F238E27FC236}">
                  <a16:creationId xmlns:a16="http://schemas.microsoft.com/office/drawing/2014/main" id="{323BB452-D519-4469-9765-A3C850B79D11}"/>
                </a:ext>
              </a:extLst>
            </p:cNvPr>
            <p:cNvCxnSpPr/>
            <p:nvPr userDrawn="1"/>
          </p:nvCxnSpPr>
          <p:spPr>
            <a:xfrm>
              <a:off x="2419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 Verbindung 55">
              <a:extLst>
                <a:ext uri="{FF2B5EF4-FFF2-40B4-BE49-F238E27FC236}">
                  <a16:creationId xmlns:a16="http://schemas.microsoft.com/office/drawing/2014/main" id="{29051F2C-2511-4120-AC66-085B495C7FA1}"/>
                </a:ext>
              </a:extLst>
            </p:cNvPr>
            <p:cNvCxnSpPr/>
            <p:nvPr userDrawn="1"/>
          </p:nvCxnSpPr>
          <p:spPr>
            <a:xfrm>
              <a:off x="2419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57">
              <a:extLst>
                <a:ext uri="{FF2B5EF4-FFF2-40B4-BE49-F238E27FC236}">
                  <a16:creationId xmlns:a16="http://schemas.microsoft.com/office/drawing/2014/main" id="{3430B135-E97B-47D7-8172-AFD15657CFE1}"/>
                </a:ext>
              </a:extLst>
            </p:cNvPr>
            <p:cNvCxnSpPr/>
            <p:nvPr userDrawn="1"/>
          </p:nvCxnSpPr>
          <p:spPr>
            <a:xfrm>
              <a:off x="31781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58">
              <a:extLst>
                <a:ext uri="{FF2B5EF4-FFF2-40B4-BE49-F238E27FC236}">
                  <a16:creationId xmlns:a16="http://schemas.microsoft.com/office/drawing/2014/main" id="{2C069331-5413-4B72-9AEA-08F8ADCC6545}"/>
                </a:ext>
              </a:extLst>
            </p:cNvPr>
            <p:cNvCxnSpPr/>
            <p:nvPr userDrawn="1"/>
          </p:nvCxnSpPr>
          <p:spPr>
            <a:xfrm>
              <a:off x="31781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60">
              <a:extLst>
                <a:ext uri="{FF2B5EF4-FFF2-40B4-BE49-F238E27FC236}">
                  <a16:creationId xmlns:a16="http://schemas.microsoft.com/office/drawing/2014/main" id="{D07E6B36-BA28-4E87-91F8-55139D3C3365}"/>
                </a:ext>
              </a:extLst>
            </p:cNvPr>
            <p:cNvCxnSpPr/>
            <p:nvPr userDrawn="1"/>
          </p:nvCxnSpPr>
          <p:spPr>
            <a:xfrm>
              <a:off x="335915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61">
              <a:extLst>
                <a:ext uri="{FF2B5EF4-FFF2-40B4-BE49-F238E27FC236}">
                  <a16:creationId xmlns:a16="http://schemas.microsoft.com/office/drawing/2014/main" id="{3C4A2EF8-87AB-4682-A30A-222A2FA12F0E}"/>
                </a:ext>
              </a:extLst>
            </p:cNvPr>
            <p:cNvCxnSpPr/>
            <p:nvPr userDrawn="1"/>
          </p:nvCxnSpPr>
          <p:spPr>
            <a:xfrm>
              <a:off x="335915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 Verbindung 63">
              <a:extLst>
                <a:ext uri="{FF2B5EF4-FFF2-40B4-BE49-F238E27FC236}">
                  <a16:creationId xmlns:a16="http://schemas.microsoft.com/office/drawing/2014/main" id="{6257EF58-8D83-4A04-B443-F526CB33AE20}"/>
                </a:ext>
              </a:extLst>
            </p:cNvPr>
            <p:cNvCxnSpPr/>
            <p:nvPr userDrawn="1"/>
          </p:nvCxnSpPr>
          <p:spPr>
            <a:xfrm>
              <a:off x="41148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64">
              <a:extLst>
                <a:ext uri="{FF2B5EF4-FFF2-40B4-BE49-F238E27FC236}">
                  <a16:creationId xmlns:a16="http://schemas.microsoft.com/office/drawing/2014/main" id="{63906B93-993A-4648-B44A-2386B2441F01}"/>
                </a:ext>
              </a:extLst>
            </p:cNvPr>
            <p:cNvCxnSpPr/>
            <p:nvPr userDrawn="1"/>
          </p:nvCxnSpPr>
          <p:spPr>
            <a:xfrm>
              <a:off x="41148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 Verbindung 66">
              <a:extLst>
                <a:ext uri="{FF2B5EF4-FFF2-40B4-BE49-F238E27FC236}">
                  <a16:creationId xmlns:a16="http://schemas.microsoft.com/office/drawing/2014/main" id="{B9C31A83-830E-4A5A-8314-DB3E89114FC2}"/>
                </a:ext>
              </a:extLst>
            </p:cNvPr>
            <p:cNvCxnSpPr/>
            <p:nvPr userDrawn="1"/>
          </p:nvCxnSpPr>
          <p:spPr>
            <a:xfrm>
              <a:off x="42957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 Verbindung 67">
              <a:extLst>
                <a:ext uri="{FF2B5EF4-FFF2-40B4-BE49-F238E27FC236}">
                  <a16:creationId xmlns:a16="http://schemas.microsoft.com/office/drawing/2014/main" id="{CC8E7EF9-479C-4DB3-82D2-82C0CCC5D05F}"/>
                </a:ext>
              </a:extLst>
            </p:cNvPr>
            <p:cNvCxnSpPr/>
            <p:nvPr userDrawn="1"/>
          </p:nvCxnSpPr>
          <p:spPr>
            <a:xfrm>
              <a:off x="42957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 Verbindung 69">
              <a:extLst>
                <a:ext uri="{FF2B5EF4-FFF2-40B4-BE49-F238E27FC236}">
                  <a16:creationId xmlns:a16="http://schemas.microsoft.com/office/drawing/2014/main" id="{BFC9E558-F3F8-4DAF-A516-33495045A13B}"/>
                </a:ext>
              </a:extLst>
            </p:cNvPr>
            <p:cNvCxnSpPr/>
            <p:nvPr userDrawn="1"/>
          </p:nvCxnSpPr>
          <p:spPr>
            <a:xfrm>
              <a:off x="5054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70">
              <a:extLst>
                <a:ext uri="{FF2B5EF4-FFF2-40B4-BE49-F238E27FC236}">
                  <a16:creationId xmlns:a16="http://schemas.microsoft.com/office/drawing/2014/main" id="{0504A52C-3752-40E6-95AB-794C2A68CC89}"/>
                </a:ext>
              </a:extLst>
            </p:cNvPr>
            <p:cNvCxnSpPr/>
            <p:nvPr userDrawn="1"/>
          </p:nvCxnSpPr>
          <p:spPr>
            <a:xfrm>
              <a:off x="5054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72">
              <a:extLst>
                <a:ext uri="{FF2B5EF4-FFF2-40B4-BE49-F238E27FC236}">
                  <a16:creationId xmlns:a16="http://schemas.microsoft.com/office/drawing/2014/main" id="{9BB79F82-2710-4AE1-BD2A-100F090EF68F}"/>
                </a:ext>
              </a:extLst>
            </p:cNvPr>
            <p:cNvCxnSpPr/>
            <p:nvPr userDrawn="1"/>
          </p:nvCxnSpPr>
          <p:spPr>
            <a:xfrm>
              <a:off x="52355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73">
              <a:extLst>
                <a:ext uri="{FF2B5EF4-FFF2-40B4-BE49-F238E27FC236}">
                  <a16:creationId xmlns:a16="http://schemas.microsoft.com/office/drawing/2014/main" id="{F36F7042-6F55-4FCB-BDE4-BD8F2223A01E}"/>
                </a:ext>
              </a:extLst>
            </p:cNvPr>
            <p:cNvCxnSpPr/>
            <p:nvPr userDrawn="1"/>
          </p:nvCxnSpPr>
          <p:spPr>
            <a:xfrm>
              <a:off x="52355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75">
              <a:extLst>
                <a:ext uri="{FF2B5EF4-FFF2-40B4-BE49-F238E27FC236}">
                  <a16:creationId xmlns:a16="http://schemas.microsoft.com/office/drawing/2014/main" id="{9C257BB2-225E-4BCC-873B-4B1BD0C0F232}"/>
                </a:ext>
              </a:extLst>
            </p:cNvPr>
            <p:cNvCxnSpPr/>
            <p:nvPr userDrawn="1"/>
          </p:nvCxnSpPr>
          <p:spPr>
            <a:xfrm>
              <a:off x="59944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76">
              <a:extLst>
                <a:ext uri="{FF2B5EF4-FFF2-40B4-BE49-F238E27FC236}">
                  <a16:creationId xmlns:a16="http://schemas.microsoft.com/office/drawing/2014/main" id="{8FEFE920-8C03-4463-975F-E8447FB83B5E}"/>
                </a:ext>
              </a:extLst>
            </p:cNvPr>
            <p:cNvCxnSpPr/>
            <p:nvPr userDrawn="1"/>
          </p:nvCxnSpPr>
          <p:spPr>
            <a:xfrm>
              <a:off x="59944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78">
              <a:extLst>
                <a:ext uri="{FF2B5EF4-FFF2-40B4-BE49-F238E27FC236}">
                  <a16:creationId xmlns:a16="http://schemas.microsoft.com/office/drawing/2014/main" id="{B158C3D5-4534-4AB7-8811-788588FA1D5A}"/>
                </a:ext>
              </a:extLst>
            </p:cNvPr>
            <p:cNvCxnSpPr/>
            <p:nvPr userDrawn="1"/>
          </p:nvCxnSpPr>
          <p:spPr>
            <a:xfrm>
              <a:off x="61753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79">
              <a:extLst>
                <a:ext uri="{FF2B5EF4-FFF2-40B4-BE49-F238E27FC236}">
                  <a16:creationId xmlns:a16="http://schemas.microsoft.com/office/drawing/2014/main" id="{22FBA77D-965C-4C41-9021-507DE370743D}"/>
                </a:ext>
              </a:extLst>
            </p:cNvPr>
            <p:cNvCxnSpPr/>
            <p:nvPr userDrawn="1"/>
          </p:nvCxnSpPr>
          <p:spPr>
            <a:xfrm>
              <a:off x="61753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81">
              <a:extLst>
                <a:ext uri="{FF2B5EF4-FFF2-40B4-BE49-F238E27FC236}">
                  <a16:creationId xmlns:a16="http://schemas.microsoft.com/office/drawing/2014/main" id="{867B7C5F-B47A-444D-8880-87F0716A71B5}"/>
                </a:ext>
              </a:extLst>
            </p:cNvPr>
            <p:cNvCxnSpPr/>
            <p:nvPr userDrawn="1"/>
          </p:nvCxnSpPr>
          <p:spPr>
            <a:xfrm>
              <a:off x="6934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82">
              <a:extLst>
                <a:ext uri="{FF2B5EF4-FFF2-40B4-BE49-F238E27FC236}">
                  <a16:creationId xmlns:a16="http://schemas.microsoft.com/office/drawing/2014/main" id="{317C26FD-B9F6-47B4-BC29-771058AC8F2E}"/>
                </a:ext>
              </a:extLst>
            </p:cNvPr>
            <p:cNvCxnSpPr/>
            <p:nvPr userDrawn="1"/>
          </p:nvCxnSpPr>
          <p:spPr>
            <a:xfrm>
              <a:off x="6934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84">
              <a:extLst>
                <a:ext uri="{FF2B5EF4-FFF2-40B4-BE49-F238E27FC236}">
                  <a16:creationId xmlns:a16="http://schemas.microsoft.com/office/drawing/2014/main" id="{43CC7CA0-655B-49B5-B948-1E68522B6157}"/>
                </a:ext>
              </a:extLst>
            </p:cNvPr>
            <p:cNvCxnSpPr/>
            <p:nvPr userDrawn="1"/>
          </p:nvCxnSpPr>
          <p:spPr>
            <a:xfrm>
              <a:off x="7114826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85">
              <a:extLst>
                <a:ext uri="{FF2B5EF4-FFF2-40B4-BE49-F238E27FC236}">
                  <a16:creationId xmlns:a16="http://schemas.microsoft.com/office/drawing/2014/main" id="{6FBD5E04-E84B-45D5-A232-6FC4F81AD25E}"/>
                </a:ext>
              </a:extLst>
            </p:cNvPr>
            <p:cNvCxnSpPr/>
            <p:nvPr userDrawn="1"/>
          </p:nvCxnSpPr>
          <p:spPr>
            <a:xfrm>
              <a:off x="7114826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 Verbindung 87">
              <a:extLst>
                <a:ext uri="{FF2B5EF4-FFF2-40B4-BE49-F238E27FC236}">
                  <a16:creationId xmlns:a16="http://schemas.microsoft.com/office/drawing/2014/main" id="{8D6CA0C7-3FA0-44C0-994A-3BBC4C546525}"/>
                </a:ext>
              </a:extLst>
            </p:cNvPr>
            <p:cNvCxnSpPr/>
            <p:nvPr userDrawn="1"/>
          </p:nvCxnSpPr>
          <p:spPr>
            <a:xfrm>
              <a:off x="78740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88">
              <a:extLst>
                <a:ext uri="{FF2B5EF4-FFF2-40B4-BE49-F238E27FC236}">
                  <a16:creationId xmlns:a16="http://schemas.microsoft.com/office/drawing/2014/main" id="{877272A0-7777-4F51-AD84-F1F92B270336}"/>
                </a:ext>
              </a:extLst>
            </p:cNvPr>
            <p:cNvCxnSpPr/>
            <p:nvPr userDrawn="1"/>
          </p:nvCxnSpPr>
          <p:spPr>
            <a:xfrm>
              <a:off x="78740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90">
              <a:extLst>
                <a:ext uri="{FF2B5EF4-FFF2-40B4-BE49-F238E27FC236}">
                  <a16:creationId xmlns:a16="http://schemas.microsoft.com/office/drawing/2014/main" id="{74DE5DBA-63A1-4777-8047-C7BFADB2D2AB}"/>
                </a:ext>
              </a:extLst>
            </p:cNvPr>
            <p:cNvCxnSpPr/>
            <p:nvPr userDrawn="1"/>
          </p:nvCxnSpPr>
          <p:spPr>
            <a:xfrm>
              <a:off x="80549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91">
              <a:extLst>
                <a:ext uri="{FF2B5EF4-FFF2-40B4-BE49-F238E27FC236}">
                  <a16:creationId xmlns:a16="http://schemas.microsoft.com/office/drawing/2014/main" id="{DF58D9B6-961F-4D33-AC18-7AE5FA8F3E6C}"/>
                </a:ext>
              </a:extLst>
            </p:cNvPr>
            <p:cNvCxnSpPr/>
            <p:nvPr userDrawn="1"/>
          </p:nvCxnSpPr>
          <p:spPr>
            <a:xfrm>
              <a:off x="80549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93">
              <a:extLst>
                <a:ext uri="{FF2B5EF4-FFF2-40B4-BE49-F238E27FC236}">
                  <a16:creationId xmlns:a16="http://schemas.microsoft.com/office/drawing/2014/main" id="{21659B66-2B95-4CF8-8F6F-A9AE6FCEADC4}"/>
                </a:ext>
              </a:extLst>
            </p:cNvPr>
            <p:cNvCxnSpPr/>
            <p:nvPr userDrawn="1"/>
          </p:nvCxnSpPr>
          <p:spPr>
            <a:xfrm>
              <a:off x="88138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 Verbindung 94">
              <a:extLst>
                <a:ext uri="{FF2B5EF4-FFF2-40B4-BE49-F238E27FC236}">
                  <a16:creationId xmlns:a16="http://schemas.microsoft.com/office/drawing/2014/main" id="{3D19B761-521D-48E5-AA1C-F5C30B8A3CC3}"/>
                </a:ext>
              </a:extLst>
            </p:cNvPr>
            <p:cNvCxnSpPr/>
            <p:nvPr userDrawn="1"/>
          </p:nvCxnSpPr>
          <p:spPr>
            <a:xfrm>
              <a:off x="88138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 Verbindung 96">
              <a:extLst>
                <a:ext uri="{FF2B5EF4-FFF2-40B4-BE49-F238E27FC236}">
                  <a16:creationId xmlns:a16="http://schemas.microsoft.com/office/drawing/2014/main" id="{D9E491F3-912F-4B84-B4DD-2DFF3278FA94}"/>
                </a:ext>
              </a:extLst>
            </p:cNvPr>
            <p:cNvCxnSpPr/>
            <p:nvPr userDrawn="1"/>
          </p:nvCxnSpPr>
          <p:spPr>
            <a:xfrm>
              <a:off x="89947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 Verbindung 97">
              <a:extLst>
                <a:ext uri="{FF2B5EF4-FFF2-40B4-BE49-F238E27FC236}">
                  <a16:creationId xmlns:a16="http://schemas.microsoft.com/office/drawing/2014/main" id="{C4221A51-0C53-4EFE-912B-CA87AC2DC1DD}"/>
                </a:ext>
              </a:extLst>
            </p:cNvPr>
            <p:cNvCxnSpPr/>
            <p:nvPr userDrawn="1"/>
          </p:nvCxnSpPr>
          <p:spPr>
            <a:xfrm>
              <a:off x="89947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 Verbindung 99">
              <a:extLst>
                <a:ext uri="{FF2B5EF4-FFF2-40B4-BE49-F238E27FC236}">
                  <a16:creationId xmlns:a16="http://schemas.microsoft.com/office/drawing/2014/main" id="{9CA6994E-1B4A-4E05-A3D4-3583EA04880D}"/>
                </a:ext>
              </a:extLst>
            </p:cNvPr>
            <p:cNvCxnSpPr/>
            <p:nvPr userDrawn="1"/>
          </p:nvCxnSpPr>
          <p:spPr>
            <a:xfrm>
              <a:off x="9751003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 Verbindung 100">
              <a:extLst>
                <a:ext uri="{FF2B5EF4-FFF2-40B4-BE49-F238E27FC236}">
                  <a16:creationId xmlns:a16="http://schemas.microsoft.com/office/drawing/2014/main" id="{664579E4-BC0D-4958-946A-B6BAFBA42376}"/>
                </a:ext>
              </a:extLst>
            </p:cNvPr>
            <p:cNvCxnSpPr/>
            <p:nvPr userDrawn="1"/>
          </p:nvCxnSpPr>
          <p:spPr>
            <a:xfrm>
              <a:off x="9751003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 Verbindung 102">
              <a:extLst>
                <a:ext uri="{FF2B5EF4-FFF2-40B4-BE49-F238E27FC236}">
                  <a16:creationId xmlns:a16="http://schemas.microsoft.com/office/drawing/2014/main" id="{6CA6B543-E849-4BE2-B037-7395D0979AEF}"/>
                </a:ext>
              </a:extLst>
            </p:cNvPr>
            <p:cNvCxnSpPr/>
            <p:nvPr userDrawn="1"/>
          </p:nvCxnSpPr>
          <p:spPr>
            <a:xfrm>
              <a:off x="99282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103">
              <a:extLst>
                <a:ext uri="{FF2B5EF4-FFF2-40B4-BE49-F238E27FC236}">
                  <a16:creationId xmlns:a16="http://schemas.microsoft.com/office/drawing/2014/main" id="{B9940D95-8960-4063-942F-55A28C7A2B0A}"/>
                </a:ext>
              </a:extLst>
            </p:cNvPr>
            <p:cNvCxnSpPr/>
            <p:nvPr userDrawn="1"/>
          </p:nvCxnSpPr>
          <p:spPr>
            <a:xfrm>
              <a:off x="99282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 Verbindung 105">
              <a:extLst>
                <a:ext uri="{FF2B5EF4-FFF2-40B4-BE49-F238E27FC236}">
                  <a16:creationId xmlns:a16="http://schemas.microsoft.com/office/drawing/2014/main" id="{D00674EB-F78E-4C40-A700-5F7C74AEAEE2}"/>
                </a:ext>
              </a:extLst>
            </p:cNvPr>
            <p:cNvCxnSpPr/>
            <p:nvPr userDrawn="1"/>
          </p:nvCxnSpPr>
          <p:spPr>
            <a:xfrm>
              <a:off x="106902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 Verbindung 106">
              <a:extLst>
                <a:ext uri="{FF2B5EF4-FFF2-40B4-BE49-F238E27FC236}">
                  <a16:creationId xmlns:a16="http://schemas.microsoft.com/office/drawing/2014/main" id="{0DCA50F4-A9B2-428A-AA54-4B8B1917B2ED}"/>
                </a:ext>
              </a:extLst>
            </p:cNvPr>
            <p:cNvCxnSpPr/>
            <p:nvPr userDrawn="1"/>
          </p:nvCxnSpPr>
          <p:spPr>
            <a:xfrm>
              <a:off x="106902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 Verbindung 108">
              <a:extLst>
                <a:ext uri="{FF2B5EF4-FFF2-40B4-BE49-F238E27FC236}">
                  <a16:creationId xmlns:a16="http://schemas.microsoft.com/office/drawing/2014/main" id="{CA5ECE16-73D5-46E1-B089-9B7169059B79}"/>
                </a:ext>
              </a:extLst>
            </p:cNvPr>
            <p:cNvCxnSpPr/>
            <p:nvPr userDrawn="1"/>
          </p:nvCxnSpPr>
          <p:spPr>
            <a:xfrm>
              <a:off x="108680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 Verbindung 109">
              <a:extLst>
                <a:ext uri="{FF2B5EF4-FFF2-40B4-BE49-F238E27FC236}">
                  <a16:creationId xmlns:a16="http://schemas.microsoft.com/office/drawing/2014/main" id="{A9717020-CD0B-4476-B79C-3D756C65F958}"/>
                </a:ext>
              </a:extLst>
            </p:cNvPr>
            <p:cNvCxnSpPr/>
            <p:nvPr userDrawn="1"/>
          </p:nvCxnSpPr>
          <p:spPr>
            <a:xfrm>
              <a:off x="108680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 Verbindung 111">
              <a:extLst>
                <a:ext uri="{FF2B5EF4-FFF2-40B4-BE49-F238E27FC236}">
                  <a16:creationId xmlns:a16="http://schemas.microsoft.com/office/drawing/2014/main" id="{8B06A486-9375-4512-827A-9BAEC13DE8FC}"/>
                </a:ext>
              </a:extLst>
            </p:cNvPr>
            <p:cNvCxnSpPr/>
            <p:nvPr userDrawn="1"/>
          </p:nvCxnSpPr>
          <p:spPr>
            <a:xfrm>
              <a:off x="11628438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 Verbindung 112">
              <a:extLst>
                <a:ext uri="{FF2B5EF4-FFF2-40B4-BE49-F238E27FC236}">
                  <a16:creationId xmlns:a16="http://schemas.microsoft.com/office/drawing/2014/main" id="{92619BC7-7172-44EB-AAB6-52A42888788A}"/>
                </a:ext>
              </a:extLst>
            </p:cNvPr>
            <p:cNvCxnSpPr/>
            <p:nvPr userDrawn="1"/>
          </p:nvCxnSpPr>
          <p:spPr>
            <a:xfrm>
              <a:off x="11628438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 Verbindung 114">
              <a:extLst>
                <a:ext uri="{FF2B5EF4-FFF2-40B4-BE49-F238E27FC236}">
                  <a16:creationId xmlns:a16="http://schemas.microsoft.com/office/drawing/2014/main" id="{FDB24C7D-14A7-40A1-B129-2B27A7DC201A}"/>
                </a:ext>
              </a:extLst>
            </p:cNvPr>
            <p:cNvCxnSpPr/>
            <p:nvPr userDrawn="1"/>
          </p:nvCxnSpPr>
          <p:spPr>
            <a:xfrm rot="5400000">
              <a:off x="-360000" y="151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 Verbindung 116">
              <a:extLst>
                <a:ext uri="{FF2B5EF4-FFF2-40B4-BE49-F238E27FC236}">
                  <a16:creationId xmlns:a16="http://schemas.microsoft.com/office/drawing/2014/main" id="{AC339FA9-9FFA-48BD-A241-A1DAEFB32F09}"/>
                </a:ext>
              </a:extLst>
            </p:cNvPr>
            <p:cNvCxnSpPr/>
            <p:nvPr userDrawn="1"/>
          </p:nvCxnSpPr>
          <p:spPr>
            <a:xfrm rot="5400000">
              <a:off x="-360000" y="6084838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 Verbindung 117">
              <a:extLst>
                <a:ext uri="{FF2B5EF4-FFF2-40B4-BE49-F238E27FC236}">
                  <a16:creationId xmlns:a16="http://schemas.microsoft.com/office/drawing/2014/main" id="{A4849DAA-078A-4163-9703-070F6832D1A7}"/>
                </a:ext>
              </a:extLst>
            </p:cNvPr>
            <p:cNvCxnSpPr/>
            <p:nvPr userDrawn="1"/>
          </p:nvCxnSpPr>
          <p:spPr>
            <a:xfrm rot="5400000">
              <a:off x="12423600" y="151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 Verbindung 118">
              <a:extLst>
                <a:ext uri="{FF2B5EF4-FFF2-40B4-BE49-F238E27FC236}">
                  <a16:creationId xmlns:a16="http://schemas.microsoft.com/office/drawing/2014/main" id="{56D9B350-C6E2-4B86-8B3B-182430D737AB}"/>
                </a:ext>
              </a:extLst>
            </p:cNvPr>
            <p:cNvCxnSpPr/>
            <p:nvPr userDrawn="1"/>
          </p:nvCxnSpPr>
          <p:spPr>
            <a:xfrm rot="5400000">
              <a:off x="12423600" y="6084838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414978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Title Picture (vertical)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DBF22B7-3B2F-403C-85C0-7EE50268BA0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234400" y="-1"/>
            <a:ext cx="6933600" cy="6858000"/>
          </a:xfrm>
          <a:solidFill>
            <a:schemeClr val="accent6"/>
          </a:solidFill>
        </p:spPr>
        <p:txBody>
          <a:bodyPr lIns="144000" tIns="108000" rIns="144000" bIns="108000"/>
          <a:lstStyle>
            <a:lvl1pPr>
              <a:defRPr/>
            </a:lvl1pPr>
            <a:lvl2pPr>
              <a:defRPr/>
            </a:lvl2pPr>
          </a:lstStyle>
          <a:p>
            <a:r>
              <a:rPr lang="en-US"/>
              <a:t>Insert key visual or another title motive (please refer to the front level communication matrix). </a:t>
            </a:r>
            <a:r>
              <a:rPr lang="en-GB"/>
              <a:t>When using a key visual, please pay attention to the correct placement.</a:t>
            </a:r>
            <a:endParaRPr lang="en-US"/>
          </a:p>
        </p:txBody>
      </p:sp>
      <p:sp>
        <p:nvSpPr>
          <p:cNvPr id="2" name="Subhead"/>
          <p:cNvSpPr>
            <a:spLocks noGrp="1"/>
          </p:cNvSpPr>
          <p:nvPr>
            <p:ph type="ctrTitle" hasCustomPrompt="1"/>
          </p:nvPr>
        </p:nvSpPr>
        <p:spPr>
          <a:xfrm>
            <a:off x="540000" y="4359031"/>
            <a:ext cx="3574800" cy="3600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Optional subhead</a:t>
            </a:r>
            <a:endParaRPr lang="en-US" noProof="0"/>
          </a:p>
        </p:txBody>
      </p:sp>
      <p:sp>
        <p:nvSpPr>
          <p:cNvPr id="3" name="Headline"/>
          <p:cNvSpPr>
            <a:spLocks noGrp="1"/>
          </p:cNvSpPr>
          <p:nvPr>
            <p:ph type="subTitle" idx="1" hasCustomPrompt="1"/>
          </p:nvPr>
        </p:nvSpPr>
        <p:spPr>
          <a:xfrm>
            <a:off x="540000" y="1623599"/>
            <a:ext cx="4516188" cy="2692231"/>
          </a:xfrm>
        </p:spPr>
        <p:txBody>
          <a:bodyPr lIns="0" tIns="0" rIns="0" bIns="0"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200" b="1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Headline </a:t>
            </a:r>
            <a:br>
              <a:rPr lang="en-US"/>
            </a:br>
            <a:r>
              <a:rPr lang="en-US"/>
              <a:t>Calibri </a:t>
            </a:r>
            <a:br>
              <a:rPr lang="en-US"/>
            </a:br>
            <a:r>
              <a:rPr lang="en-US"/>
              <a:t>Bold 52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22" name="Presenter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5715054"/>
            <a:ext cx="3574800" cy="541015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Presenter Calibri 16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English, Month </a:t>
            </a:r>
            <a:fld id="{6553700F-5278-486C-8829-726CFD9D2AAF}" type="datetimeyyyy">
              <a:rPr lang="en-US" smtClean="0"/>
              <a:t>2023</a:t>
            </a:fld>
            <a:endParaRPr lang="en-US"/>
          </a:p>
        </p:txBody>
      </p:sp>
      <p:pic>
        <p:nvPicPr>
          <p:cNvPr id="87" name="Siemens Healthineers logo">
            <a:extLst>
              <a:ext uri="{FF2B5EF4-FFF2-40B4-BE49-F238E27FC236}">
                <a16:creationId xmlns:a16="http://schemas.microsoft.com/office/drawing/2014/main" id="{5C47D4D0-1261-4166-A003-74EAB8DCE9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43908" y="497114"/>
            <a:ext cx="2484000" cy="592209"/>
          </a:xfrm>
          <a:prstGeom prst="rect">
            <a:avLst/>
          </a:prstGeom>
        </p:spPr>
      </p:pic>
      <p:grpSp>
        <p:nvGrpSpPr>
          <p:cNvPr id="7" name="Marker">
            <a:extLst>
              <a:ext uri="{FF2B5EF4-FFF2-40B4-BE49-F238E27FC236}">
                <a16:creationId xmlns:a16="http://schemas.microsoft.com/office/drawing/2014/main" id="{8C7A0370-8816-4A08-9357-C042C6DC9A5A}"/>
              </a:ext>
            </a:extLst>
          </p:cNvPr>
          <p:cNvGrpSpPr/>
          <p:nvPr userDrawn="1"/>
        </p:nvGrpSpPr>
        <p:grpSpPr>
          <a:xfrm>
            <a:off x="-468000" y="-360000"/>
            <a:ext cx="12999600" cy="7578000"/>
            <a:chOff x="-468000" y="-360000"/>
            <a:chExt cx="12999600" cy="7578000"/>
          </a:xfrm>
        </p:grpSpPr>
        <p:cxnSp>
          <p:nvCxnSpPr>
            <p:cNvPr id="8" name="Gerade Verbindung 40">
              <a:extLst>
                <a:ext uri="{FF2B5EF4-FFF2-40B4-BE49-F238E27FC236}">
                  <a16:creationId xmlns:a16="http://schemas.microsoft.com/office/drawing/2014/main" id="{B89B956C-9BFF-4CBA-A1E7-AF25DEA1B997}"/>
                </a:ext>
              </a:extLst>
            </p:cNvPr>
            <p:cNvCxnSpPr/>
            <p:nvPr userDrawn="1"/>
          </p:nvCxnSpPr>
          <p:spPr>
            <a:xfrm>
              <a:off x="5400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 Verbindung 42">
              <a:extLst>
                <a:ext uri="{FF2B5EF4-FFF2-40B4-BE49-F238E27FC236}">
                  <a16:creationId xmlns:a16="http://schemas.microsoft.com/office/drawing/2014/main" id="{716E386B-E5CE-4F14-979B-4801C00D59F5}"/>
                </a:ext>
              </a:extLst>
            </p:cNvPr>
            <p:cNvCxnSpPr/>
            <p:nvPr userDrawn="1"/>
          </p:nvCxnSpPr>
          <p:spPr>
            <a:xfrm>
              <a:off x="5400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 Verbindung 45">
              <a:extLst>
                <a:ext uri="{FF2B5EF4-FFF2-40B4-BE49-F238E27FC236}">
                  <a16:creationId xmlns:a16="http://schemas.microsoft.com/office/drawing/2014/main" id="{AAEB1910-2515-4E15-B279-ADF57F7D7E45}"/>
                </a:ext>
              </a:extLst>
            </p:cNvPr>
            <p:cNvCxnSpPr/>
            <p:nvPr userDrawn="1"/>
          </p:nvCxnSpPr>
          <p:spPr>
            <a:xfrm>
              <a:off x="1299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46">
              <a:extLst>
                <a:ext uri="{FF2B5EF4-FFF2-40B4-BE49-F238E27FC236}">
                  <a16:creationId xmlns:a16="http://schemas.microsoft.com/office/drawing/2014/main" id="{58E6267F-E493-4E05-B531-ACD672EC2905}"/>
                </a:ext>
              </a:extLst>
            </p:cNvPr>
            <p:cNvCxnSpPr/>
            <p:nvPr userDrawn="1"/>
          </p:nvCxnSpPr>
          <p:spPr>
            <a:xfrm>
              <a:off x="1299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48">
              <a:extLst>
                <a:ext uri="{FF2B5EF4-FFF2-40B4-BE49-F238E27FC236}">
                  <a16:creationId xmlns:a16="http://schemas.microsoft.com/office/drawing/2014/main" id="{63E3763E-903B-4182-A36A-5134E48FCFE2}"/>
                </a:ext>
              </a:extLst>
            </p:cNvPr>
            <p:cNvCxnSpPr/>
            <p:nvPr userDrawn="1"/>
          </p:nvCxnSpPr>
          <p:spPr>
            <a:xfrm>
              <a:off x="1479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49">
              <a:extLst>
                <a:ext uri="{FF2B5EF4-FFF2-40B4-BE49-F238E27FC236}">
                  <a16:creationId xmlns:a16="http://schemas.microsoft.com/office/drawing/2014/main" id="{7324EC6A-4EDC-4C9F-A3AD-2C520392B7A7}"/>
                </a:ext>
              </a:extLst>
            </p:cNvPr>
            <p:cNvCxnSpPr/>
            <p:nvPr userDrawn="1"/>
          </p:nvCxnSpPr>
          <p:spPr>
            <a:xfrm>
              <a:off x="1479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51">
              <a:extLst>
                <a:ext uri="{FF2B5EF4-FFF2-40B4-BE49-F238E27FC236}">
                  <a16:creationId xmlns:a16="http://schemas.microsoft.com/office/drawing/2014/main" id="{7055EE7B-BD64-4AC7-BE6C-6A339D5601B2}"/>
                </a:ext>
              </a:extLst>
            </p:cNvPr>
            <p:cNvCxnSpPr/>
            <p:nvPr userDrawn="1"/>
          </p:nvCxnSpPr>
          <p:spPr>
            <a:xfrm>
              <a:off x="2239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52">
              <a:extLst>
                <a:ext uri="{FF2B5EF4-FFF2-40B4-BE49-F238E27FC236}">
                  <a16:creationId xmlns:a16="http://schemas.microsoft.com/office/drawing/2014/main" id="{DF25FE40-F241-448F-A86B-76E25203851E}"/>
                </a:ext>
              </a:extLst>
            </p:cNvPr>
            <p:cNvCxnSpPr/>
            <p:nvPr userDrawn="1"/>
          </p:nvCxnSpPr>
          <p:spPr>
            <a:xfrm>
              <a:off x="2239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54">
              <a:extLst>
                <a:ext uri="{FF2B5EF4-FFF2-40B4-BE49-F238E27FC236}">
                  <a16:creationId xmlns:a16="http://schemas.microsoft.com/office/drawing/2014/main" id="{001BB968-63D5-4FC5-904D-5D29C6157370}"/>
                </a:ext>
              </a:extLst>
            </p:cNvPr>
            <p:cNvCxnSpPr/>
            <p:nvPr userDrawn="1"/>
          </p:nvCxnSpPr>
          <p:spPr>
            <a:xfrm>
              <a:off x="2419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55">
              <a:extLst>
                <a:ext uri="{FF2B5EF4-FFF2-40B4-BE49-F238E27FC236}">
                  <a16:creationId xmlns:a16="http://schemas.microsoft.com/office/drawing/2014/main" id="{A6842145-3348-45A4-980B-11A21625733F}"/>
                </a:ext>
              </a:extLst>
            </p:cNvPr>
            <p:cNvCxnSpPr/>
            <p:nvPr userDrawn="1"/>
          </p:nvCxnSpPr>
          <p:spPr>
            <a:xfrm>
              <a:off x="2419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57">
              <a:extLst>
                <a:ext uri="{FF2B5EF4-FFF2-40B4-BE49-F238E27FC236}">
                  <a16:creationId xmlns:a16="http://schemas.microsoft.com/office/drawing/2014/main" id="{815E0C77-75DA-462D-8EC7-66E986715D23}"/>
                </a:ext>
              </a:extLst>
            </p:cNvPr>
            <p:cNvCxnSpPr/>
            <p:nvPr userDrawn="1"/>
          </p:nvCxnSpPr>
          <p:spPr>
            <a:xfrm>
              <a:off x="31781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 Verbindung 58">
              <a:extLst>
                <a:ext uri="{FF2B5EF4-FFF2-40B4-BE49-F238E27FC236}">
                  <a16:creationId xmlns:a16="http://schemas.microsoft.com/office/drawing/2014/main" id="{72543F56-1E45-4574-913E-C913E9100888}"/>
                </a:ext>
              </a:extLst>
            </p:cNvPr>
            <p:cNvCxnSpPr/>
            <p:nvPr userDrawn="1"/>
          </p:nvCxnSpPr>
          <p:spPr>
            <a:xfrm>
              <a:off x="31781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60">
              <a:extLst>
                <a:ext uri="{FF2B5EF4-FFF2-40B4-BE49-F238E27FC236}">
                  <a16:creationId xmlns:a16="http://schemas.microsoft.com/office/drawing/2014/main" id="{C640789B-DC8D-4F30-B880-A4B6A57822A9}"/>
                </a:ext>
              </a:extLst>
            </p:cNvPr>
            <p:cNvCxnSpPr/>
            <p:nvPr userDrawn="1"/>
          </p:nvCxnSpPr>
          <p:spPr>
            <a:xfrm>
              <a:off x="335915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61">
              <a:extLst>
                <a:ext uri="{FF2B5EF4-FFF2-40B4-BE49-F238E27FC236}">
                  <a16:creationId xmlns:a16="http://schemas.microsoft.com/office/drawing/2014/main" id="{7AC6B0A3-4182-4689-99AA-3228DB9F6CAE}"/>
                </a:ext>
              </a:extLst>
            </p:cNvPr>
            <p:cNvCxnSpPr/>
            <p:nvPr userDrawn="1"/>
          </p:nvCxnSpPr>
          <p:spPr>
            <a:xfrm>
              <a:off x="335915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63">
              <a:extLst>
                <a:ext uri="{FF2B5EF4-FFF2-40B4-BE49-F238E27FC236}">
                  <a16:creationId xmlns:a16="http://schemas.microsoft.com/office/drawing/2014/main" id="{595E7DA6-6CBF-4BE5-90D3-656149C7E419}"/>
                </a:ext>
              </a:extLst>
            </p:cNvPr>
            <p:cNvCxnSpPr/>
            <p:nvPr userDrawn="1"/>
          </p:nvCxnSpPr>
          <p:spPr>
            <a:xfrm>
              <a:off x="41148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64">
              <a:extLst>
                <a:ext uri="{FF2B5EF4-FFF2-40B4-BE49-F238E27FC236}">
                  <a16:creationId xmlns:a16="http://schemas.microsoft.com/office/drawing/2014/main" id="{B95A643F-8B13-4DC9-91C0-5445B4860367}"/>
                </a:ext>
              </a:extLst>
            </p:cNvPr>
            <p:cNvCxnSpPr/>
            <p:nvPr userDrawn="1"/>
          </p:nvCxnSpPr>
          <p:spPr>
            <a:xfrm>
              <a:off x="41148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 Verbindung 66">
              <a:extLst>
                <a:ext uri="{FF2B5EF4-FFF2-40B4-BE49-F238E27FC236}">
                  <a16:creationId xmlns:a16="http://schemas.microsoft.com/office/drawing/2014/main" id="{356F07C9-D4B4-45B4-8271-02FE5030898E}"/>
                </a:ext>
              </a:extLst>
            </p:cNvPr>
            <p:cNvCxnSpPr/>
            <p:nvPr userDrawn="1"/>
          </p:nvCxnSpPr>
          <p:spPr>
            <a:xfrm>
              <a:off x="42957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67">
              <a:extLst>
                <a:ext uri="{FF2B5EF4-FFF2-40B4-BE49-F238E27FC236}">
                  <a16:creationId xmlns:a16="http://schemas.microsoft.com/office/drawing/2014/main" id="{A7D8731D-7285-4323-9853-A3FCECB3FC7C}"/>
                </a:ext>
              </a:extLst>
            </p:cNvPr>
            <p:cNvCxnSpPr/>
            <p:nvPr userDrawn="1"/>
          </p:nvCxnSpPr>
          <p:spPr>
            <a:xfrm>
              <a:off x="42957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69">
              <a:extLst>
                <a:ext uri="{FF2B5EF4-FFF2-40B4-BE49-F238E27FC236}">
                  <a16:creationId xmlns:a16="http://schemas.microsoft.com/office/drawing/2014/main" id="{A3E045C0-3D08-4F2B-AF94-DA7C602CFA61}"/>
                </a:ext>
              </a:extLst>
            </p:cNvPr>
            <p:cNvCxnSpPr/>
            <p:nvPr userDrawn="1"/>
          </p:nvCxnSpPr>
          <p:spPr>
            <a:xfrm>
              <a:off x="5054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70">
              <a:extLst>
                <a:ext uri="{FF2B5EF4-FFF2-40B4-BE49-F238E27FC236}">
                  <a16:creationId xmlns:a16="http://schemas.microsoft.com/office/drawing/2014/main" id="{1778086A-991B-4796-9532-41646C7860A9}"/>
                </a:ext>
              </a:extLst>
            </p:cNvPr>
            <p:cNvCxnSpPr/>
            <p:nvPr userDrawn="1"/>
          </p:nvCxnSpPr>
          <p:spPr>
            <a:xfrm>
              <a:off x="5054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72">
              <a:extLst>
                <a:ext uri="{FF2B5EF4-FFF2-40B4-BE49-F238E27FC236}">
                  <a16:creationId xmlns:a16="http://schemas.microsoft.com/office/drawing/2014/main" id="{899109C4-205C-47FC-9B07-929C95517097}"/>
                </a:ext>
              </a:extLst>
            </p:cNvPr>
            <p:cNvCxnSpPr/>
            <p:nvPr userDrawn="1"/>
          </p:nvCxnSpPr>
          <p:spPr>
            <a:xfrm>
              <a:off x="52355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 Verbindung 73">
              <a:extLst>
                <a:ext uri="{FF2B5EF4-FFF2-40B4-BE49-F238E27FC236}">
                  <a16:creationId xmlns:a16="http://schemas.microsoft.com/office/drawing/2014/main" id="{F1D687B4-419C-4EDD-8974-73B346092B09}"/>
                </a:ext>
              </a:extLst>
            </p:cNvPr>
            <p:cNvCxnSpPr/>
            <p:nvPr userDrawn="1"/>
          </p:nvCxnSpPr>
          <p:spPr>
            <a:xfrm>
              <a:off x="52355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75">
              <a:extLst>
                <a:ext uri="{FF2B5EF4-FFF2-40B4-BE49-F238E27FC236}">
                  <a16:creationId xmlns:a16="http://schemas.microsoft.com/office/drawing/2014/main" id="{FB4C2138-68E9-40BB-BC9E-7489BC0D1CD3}"/>
                </a:ext>
              </a:extLst>
            </p:cNvPr>
            <p:cNvCxnSpPr/>
            <p:nvPr userDrawn="1"/>
          </p:nvCxnSpPr>
          <p:spPr>
            <a:xfrm>
              <a:off x="59944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 Verbindung 76">
              <a:extLst>
                <a:ext uri="{FF2B5EF4-FFF2-40B4-BE49-F238E27FC236}">
                  <a16:creationId xmlns:a16="http://schemas.microsoft.com/office/drawing/2014/main" id="{38A1761B-9E25-4D38-9157-3C324E2EF301}"/>
                </a:ext>
              </a:extLst>
            </p:cNvPr>
            <p:cNvCxnSpPr/>
            <p:nvPr userDrawn="1"/>
          </p:nvCxnSpPr>
          <p:spPr>
            <a:xfrm>
              <a:off x="59944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 Verbindung 78">
              <a:extLst>
                <a:ext uri="{FF2B5EF4-FFF2-40B4-BE49-F238E27FC236}">
                  <a16:creationId xmlns:a16="http://schemas.microsoft.com/office/drawing/2014/main" id="{9138AC2D-725F-4604-A198-CB299E7044CC}"/>
                </a:ext>
              </a:extLst>
            </p:cNvPr>
            <p:cNvCxnSpPr/>
            <p:nvPr userDrawn="1"/>
          </p:nvCxnSpPr>
          <p:spPr>
            <a:xfrm>
              <a:off x="61753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 Verbindung 79">
              <a:extLst>
                <a:ext uri="{FF2B5EF4-FFF2-40B4-BE49-F238E27FC236}">
                  <a16:creationId xmlns:a16="http://schemas.microsoft.com/office/drawing/2014/main" id="{695C712E-EF76-4D84-A6B3-065A92B5D749}"/>
                </a:ext>
              </a:extLst>
            </p:cNvPr>
            <p:cNvCxnSpPr/>
            <p:nvPr userDrawn="1"/>
          </p:nvCxnSpPr>
          <p:spPr>
            <a:xfrm>
              <a:off x="61753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81">
              <a:extLst>
                <a:ext uri="{FF2B5EF4-FFF2-40B4-BE49-F238E27FC236}">
                  <a16:creationId xmlns:a16="http://schemas.microsoft.com/office/drawing/2014/main" id="{55475569-B11D-45EA-8502-515BCAE466B5}"/>
                </a:ext>
              </a:extLst>
            </p:cNvPr>
            <p:cNvCxnSpPr/>
            <p:nvPr userDrawn="1"/>
          </p:nvCxnSpPr>
          <p:spPr>
            <a:xfrm>
              <a:off x="6934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82">
              <a:extLst>
                <a:ext uri="{FF2B5EF4-FFF2-40B4-BE49-F238E27FC236}">
                  <a16:creationId xmlns:a16="http://schemas.microsoft.com/office/drawing/2014/main" id="{13906181-164E-4BB5-859D-10BA62261ACD}"/>
                </a:ext>
              </a:extLst>
            </p:cNvPr>
            <p:cNvCxnSpPr/>
            <p:nvPr userDrawn="1"/>
          </p:nvCxnSpPr>
          <p:spPr>
            <a:xfrm>
              <a:off x="6934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84">
              <a:extLst>
                <a:ext uri="{FF2B5EF4-FFF2-40B4-BE49-F238E27FC236}">
                  <a16:creationId xmlns:a16="http://schemas.microsoft.com/office/drawing/2014/main" id="{0E5CEA6C-3F30-4541-BA07-FB28C090B6B1}"/>
                </a:ext>
              </a:extLst>
            </p:cNvPr>
            <p:cNvCxnSpPr/>
            <p:nvPr userDrawn="1"/>
          </p:nvCxnSpPr>
          <p:spPr>
            <a:xfrm>
              <a:off x="7114826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85">
              <a:extLst>
                <a:ext uri="{FF2B5EF4-FFF2-40B4-BE49-F238E27FC236}">
                  <a16:creationId xmlns:a16="http://schemas.microsoft.com/office/drawing/2014/main" id="{F75FFC11-8621-4442-8AD6-4FE9E0F860F4}"/>
                </a:ext>
              </a:extLst>
            </p:cNvPr>
            <p:cNvCxnSpPr/>
            <p:nvPr userDrawn="1"/>
          </p:nvCxnSpPr>
          <p:spPr>
            <a:xfrm>
              <a:off x="7114826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87">
              <a:extLst>
                <a:ext uri="{FF2B5EF4-FFF2-40B4-BE49-F238E27FC236}">
                  <a16:creationId xmlns:a16="http://schemas.microsoft.com/office/drawing/2014/main" id="{EEEABEE3-F061-4362-A46B-72BEE22B070F}"/>
                </a:ext>
              </a:extLst>
            </p:cNvPr>
            <p:cNvCxnSpPr/>
            <p:nvPr userDrawn="1"/>
          </p:nvCxnSpPr>
          <p:spPr>
            <a:xfrm>
              <a:off x="78740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88">
              <a:extLst>
                <a:ext uri="{FF2B5EF4-FFF2-40B4-BE49-F238E27FC236}">
                  <a16:creationId xmlns:a16="http://schemas.microsoft.com/office/drawing/2014/main" id="{5AC61265-AB02-4A15-A0FB-B8833112BAB3}"/>
                </a:ext>
              </a:extLst>
            </p:cNvPr>
            <p:cNvCxnSpPr/>
            <p:nvPr userDrawn="1"/>
          </p:nvCxnSpPr>
          <p:spPr>
            <a:xfrm>
              <a:off x="78740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90">
              <a:extLst>
                <a:ext uri="{FF2B5EF4-FFF2-40B4-BE49-F238E27FC236}">
                  <a16:creationId xmlns:a16="http://schemas.microsoft.com/office/drawing/2014/main" id="{13BC005C-35E1-4C28-943D-980AE545C766}"/>
                </a:ext>
              </a:extLst>
            </p:cNvPr>
            <p:cNvCxnSpPr/>
            <p:nvPr userDrawn="1"/>
          </p:nvCxnSpPr>
          <p:spPr>
            <a:xfrm>
              <a:off x="80549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91">
              <a:extLst>
                <a:ext uri="{FF2B5EF4-FFF2-40B4-BE49-F238E27FC236}">
                  <a16:creationId xmlns:a16="http://schemas.microsoft.com/office/drawing/2014/main" id="{72BAB9C2-5BDC-4288-A254-BB4F74A93485}"/>
                </a:ext>
              </a:extLst>
            </p:cNvPr>
            <p:cNvCxnSpPr/>
            <p:nvPr userDrawn="1"/>
          </p:nvCxnSpPr>
          <p:spPr>
            <a:xfrm>
              <a:off x="80549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93">
              <a:extLst>
                <a:ext uri="{FF2B5EF4-FFF2-40B4-BE49-F238E27FC236}">
                  <a16:creationId xmlns:a16="http://schemas.microsoft.com/office/drawing/2014/main" id="{16637504-EE70-4BE5-B8FC-2FCE0D91C89D}"/>
                </a:ext>
              </a:extLst>
            </p:cNvPr>
            <p:cNvCxnSpPr/>
            <p:nvPr userDrawn="1"/>
          </p:nvCxnSpPr>
          <p:spPr>
            <a:xfrm>
              <a:off x="88138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94">
              <a:extLst>
                <a:ext uri="{FF2B5EF4-FFF2-40B4-BE49-F238E27FC236}">
                  <a16:creationId xmlns:a16="http://schemas.microsoft.com/office/drawing/2014/main" id="{3443847B-E417-4FDE-97A4-F21A7D42F3ED}"/>
                </a:ext>
              </a:extLst>
            </p:cNvPr>
            <p:cNvCxnSpPr/>
            <p:nvPr userDrawn="1"/>
          </p:nvCxnSpPr>
          <p:spPr>
            <a:xfrm>
              <a:off x="88138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96">
              <a:extLst>
                <a:ext uri="{FF2B5EF4-FFF2-40B4-BE49-F238E27FC236}">
                  <a16:creationId xmlns:a16="http://schemas.microsoft.com/office/drawing/2014/main" id="{E55B4267-1249-4F0B-BA01-1A9D2B46285A}"/>
                </a:ext>
              </a:extLst>
            </p:cNvPr>
            <p:cNvCxnSpPr/>
            <p:nvPr userDrawn="1"/>
          </p:nvCxnSpPr>
          <p:spPr>
            <a:xfrm>
              <a:off x="89947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 Verbindung 97">
              <a:extLst>
                <a:ext uri="{FF2B5EF4-FFF2-40B4-BE49-F238E27FC236}">
                  <a16:creationId xmlns:a16="http://schemas.microsoft.com/office/drawing/2014/main" id="{319A043A-A540-409E-AAC7-A069836E8653}"/>
                </a:ext>
              </a:extLst>
            </p:cNvPr>
            <p:cNvCxnSpPr/>
            <p:nvPr userDrawn="1"/>
          </p:nvCxnSpPr>
          <p:spPr>
            <a:xfrm>
              <a:off x="89947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99">
              <a:extLst>
                <a:ext uri="{FF2B5EF4-FFF2-40B4-BE49-F238E27FC236}">
                  <a16:creationId xmlns:a16="http://schemas.microsoft.com/office/drawing/2014/main" id="{CC95F68B-6402-4D96-B1CE-C0B4AFA6FC2D}"/>
                </a:ext>
              </a:extLst>
            </p:cNvPr>
            <p:cNvCxnSpPr/>
            <p:nvPr userDrawn="1"/>
          </p:nvCxnSpPr>
          <p:spPr>
            <a:xfrm>
              <a:off x="9751003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100">
              <a:extLst>
                <a:ext uri="{FF2B5EF4-FFF2-40B4-BE49-F238E27FC236}">
                  <a16:creationId xmlns:a16="http://schemas.microsoft.com/office/drawing/2014/main" id="{0E5D4C2B-AE5D-4CD3-BD95-39DE41CD53E3}"/>
                </a:ext>
              </a:extLst>
            </p:cNvPr>
            <p:cNvCxnSpPr/>
            <p:nvPr userDrawn="1"/>
          </p:nvCxnSpPr>
          <p:spPr>
            <a:xfrm>
              <a:off x="9751003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102">
              <a:extLst>
                <a:ext uri="{FF2B5EF4-FFF2-40B4-BE49-F238E27FC236}">
                  <a16:creationId xmlns:a16="http://schemas.microsoft.com/office/drawing/2014/main" id="{2925923C-7608-49AF-A283-825865B102F7}"/>
                </a:ext>
              </a:extLst>
            </p:cNvPr>
            <p:cNvCxnSpPr/>
            <p:nvPr userDrawn="1"/>
          </p:nvCxnSpPr>
          <p:spPr>
            <a:xfrm>
              <a:off x="99282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103">
              <a:extLst>
                <a:ext uri="{FF2B5EF4-FFF2-40B4-BE49-F238E27FC236}">
                  <a16:creationId xmlns:a16="http://schemas.microsoft.com/office/drawing/2014/main" id="{25261322-CD55-4407-A970-582C590B3188}"/>
                </a:ext>
              </a:extLst>
            </p:cNvPr>
            <p:cNvCxnSpPr/>
            <p:nvPr userDrawn="1"/>
          </p:nvCxnSpPr>
          <p:spPr>
            <a:xfrm>
              <a:off x="99282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 Verbindung 105">
              <a:extLst>
                <a:ext uri="{FF2B5EF4-FFF2-40B4-BE49-F238E27FC236}">
                  <a16:creationId xmlns:a16="http://schemas.microsoft.com/office/drawing/2014/main" id="{DE4E4596-840F-4DCB-B720-1DECB51EFF00}"/>
                </a:ext>
              </a:extLst>
            </p:cNvPr>
            <p:cNvCxnSpPr/>
            <p:nvPr userDrawn="1"/>
          </p:nvCxnSpPr>
          <p:spPr>
            <a:xfrm>
              <a:off x="106902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 Verbindung 106">
              <a:extLst>
                <a:ext uri="{FF2B5EF4-FFF2-40B4-BE49-F238E27FC236}">
                  <a16:creationId xmlns:a16="http://schemas.microsoft.com/office/drawing/2014/main" id="{AB631C90-846A-4222-A63E-2CC35AA0C2D2}"/>
                </a:ext>
              </a:extLst>
            </p:cNvPr>
            <p:cNvCxnSpPr/>
            <p:nvPr userDrawn="1"/>
          </p:nvCxnSpPr>
          <p:spPr>
            <a:xfrm>
              <a:off x="106902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 Verbindung 108">
              <a:extLst>
                <a:ext uri="{FF2B5EF4-FFF2-40B4-BE49-F238E27FC236}">
                  <a16:creationId xmlns:a16="http://schemas.microsoft.com/office/drawing/2014/main" id="{4BDA1428-57BE-4D8F-8C5A-F9B925ED38ED}"/>
                </a:ext>
              </a:extLst>
            </p:cNvPr>
            <p:cNvCxnSpPr/>
            <p:nvPr userDrawn="1"/>
          </p:nvCxnSpPr>
          <p:spPr>
            <a:xfrm>
              <a:off x="108680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 Verbindung 109">
              <a:extLst>
                <a:ext uri="{FF2B5EF4-FFF2-40B4-BE49-F238E27FC236}">
                  <a16:creationId xmlns:a16="http://schemas.microsoft.com/office/drawing/2014/main" id="{A8D1A26D-C355-4E42-BAEF-7577564BC660}"/>
                </a:ext>
              </a:extLst>
            </p:cNvPr>
            <p:cNvCxnSpPr/>
            <p:nvPr userDrawn="1"/>
          </p:nvCxnSpPr>
          <p:spPr>
            <a:xfrm>
              <a:off x="108680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 Verbindung 111">
              <a:extLst>
                <a:ext uri="{FF2B5EF4-FFF2-40B4-BE49-F238E27FC236}">
                  <a16:creationId xmlns:a16="http://schemas.microsoft.com/office/drawing/2014/main" id="{492F1E83-1B29-4315-99F9-044930A7D2E5}"/>
                </a:ext>
              </a:extLst>
            </p:cNvPr>
            <p:cNvCxnSpPr/>
            <p:nvPr userDrawn="1"/>
          </p:nvCxnSpPr>
          <p:spPr>
            <a:xfrm>
              <a:off x="11628438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 Verbindung 112">
              <a:extLst>
                <a:ext uri="{FF2B5EF4-FFF2-40B4-BE49-F238E27FC236}">
                  <a16:creationId xmlns:a16="http://schemas.microsoft.com/office/drawing/2014/main" id="{F4B4C25B-EAB0-45FA-AFCA-5339015FC849}"/>
                </a:ext>
              </a:extLst>
            </p:cNvPr>
            <p:cNvCxnSpPr/>
            <p:nvPr userDrawn="1"/>
          </p:nvCxnSpPr>
          <p:spPr>
            <a:xfrm>
              <a:off x="11628438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114">
              <a:extLst>
                <a:ext uri="{FF2B5EF4-FFF2-40B4-BE49-F238E27FC236}">
                  <a16:creationId xmlns:a16="http://schemas.microsoft.com/office/drawing/2014/main" id="{8F9FD23A-6358-4ED1-B21B-8DEAD90DF97A}"/>
                </a:ext>
              </a:extLst>
            </p:cNvPr>
            <p:cNvCxnSpPr/>
            <p:nvPr userDrawn="1"/>
          </p:nvCxnSpPr>
          <p:spPr>
            <a:xfrm rot="5400000">
              <a:off x="-360000" y="151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 Verbindung 116">
              <a:extLst>
                <a:ext uri="{FF2B5EF4-FFF2-40B4-BE49-F238E27FC236}">
                  <a16:creationId xmlns:a16="http://schemas.microsoft.com/office/drawing/2014/main" id="{1AA7C894-6335-47E9-B551-E467C14A5940}"/>
                </a:ext>
              </a:extLst>
            </p:cNvPr>
            <p:cNvCxnSpPr/>
            <p:nvPr userDrawn="1"/>
          </p:nvCxnSpPr>
          <p:spPr>
            <a:xfrm rot="5400000">
              <a:off x="-360000" y="6084838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 Verbindung 117">
              <a:extLst>
                <a:ext uri="{FF2B5EF4-FFF2-40B4-BE49-F238E27FC236}">
                  <a16:creationId xmlns:a16="http://schemas.microsoft.com/office/drawing/2014/main" id="{B455C8DD-149E-4C97-93F6-4AA62DBD1F7A}"/>
                </a:ext>
              </a:extLst>
            </p:cNvPr>
            <p:cNvCxnSpPr/>
            <p:nvPr userDrawn="1"/>
          </p:nvCxnSpPr>
          <p:spPr>
            <a:xfrm rot="5400000">
              <a:off x="12423600" y="151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 Verbindung 118">
              <a:extLst>
                <a:ext uri="{FF2B5EF4-FFF2-40B4-BE49-F238E27FC236}">
                  <a16:creationId xmlns:a16="http://schemas.microsoft.com/office/drawing/2014/main" id="{2979FAD9-5578-40CF-BCA9-081C50E2E8B6}"/>
                </a:ext>
              </a:extLst>
            </p:cNvPr>
            <p:cNvCxnSpPr/>
            <p:nvPr userDrawn="1"/>
          </p:nvCxnSpPr>
          <p:spPr>
            <a:xfrm rot="5400000">
              <a:off x="12423600" y="6084838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3" name="Dot pulse">
            <a:extLst>
              <a:ext uri="{FF2B5EF4-FFF2-40B4-BE49-F238E27FC236}">
                <a16:creationId xmlns:a16="http://schemas.microsoft.com/office/drawing/2014/main" id="{FC255B9C-6ED5-4D3C-AB33-D8937A8D87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3679" y="4976328"/>
            <a:ext cx="2826000" cy="144267"/>
          </a:xfrm>
          <a:prstGeom prst="rect">
            <a:avLst/>
          </a:prstGeom>
        </p:spPr>
      </p:pic>
      <p:sp>
        <p:nvSpPr>
          <p:cNvPr id="65" name="Abgerundetes Rechteck 8">
            <a:extLst>
              <a:ext uri="{FF2B5EF4-FFF2-40B4-BE49-F238E27FC236}">
                <a16:creationId xmlns:a16="http://schemas.microsoft.com/office/drawing/2014/main" id="{AE53DB3D-081F-4729-84B0-B999F48632CA}"/>
              </a:ext>
            </a:extLst>
          </p:cNvPr>
          <p:cNvSpPr/>
          <p:nvPr userDrawn="1"/>
        </p:nvSpPr>
        <p:spPr>
          <a:xfrm>
            <a:off x="12560400" y="5407843"/>
            <a:ext cx="1800000" cy="1450157"/>
          </a:xfrm>
          <a:prstGeom prst="roundRect">
            <a:avLst>
              <a:gd name="adj" fmla="val 0"/>
            </a:avLst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>
                <a:solidFill>
                  <a:schemeClr val="tx1"/>
                </a:solidFill>
                <a:latin typeface="+mn-lt"/>
              </a:rPr>
              <a:t>The animation</a:t>
            </a:r>
            <a:r>
              <a:rPr lang="en-US" sz="1100">
                <a:solidFill>
                  <a:schemeClr val="tx1"/>
                </a:solidFill>
                <a:latin typeface="+mn-lt"/>
              </a:rPr>
              <a:t> </a:t>
            </a:r>
            <a:r>
              <a:rPr lang="en-US" sz="1100">
                <a:solidFill>
                  <a:schemeClr val="bg1"/>
                </a:solidFill>
                <a:latin typeface="+mn-lt"/>
              </a:rPr>
              <a:t>of the dot pulse </a:t>
            </a:r>
            <a:r>
              <a:rPr lang="en-US" sz="1100">
                <a:solidFill>
                  <a:schemeClr val="tx1"/>
                </a:solidFill>
                <a:latin typeface="+mn-lt"/>
              </a:rPr>
              <a:t>can be </a:t>
            </a:r>
            <a:r>
              <a:rPr lang="en-US" sz="1100">
                <a:solidFill>
                  <a:schemeClr val="tx1"/>
                </a:solidFill>
              </a:rPr>
              <a:t>optionally  </a:t>
            </a:r>
            <a:r>
              <a:rPr lang="en-US" sz="1100">
                <a:solidFill>
                  <a:schemeClr val="tx1"/>
                </a:solidFill>
                <a:latin typeface="+mn-lt"/>
              </a:rPr>
              <a:t>switched off on the master layout.</a:t>
            </a:r>
          </a:p>
          <a:p>
            <a:endParaRPr lang="en-US" sz="1100">
              <a:solidFill>
                <a:schemeClr val="bg1"/>
              </a:solidFill>
              <a:latin typeface="+mn-lt"/>
            </a:endParaRPr>
          </a:p>
          <a:p>
            <a:r>
              <a:rPr lang="en-US" sz="1100">
                <a:solidFill>
                  <a:schemeClr val="bg1"/>
                </a:solidFill>
                <a:latin typeface="+mn-lt"/>
              </a:rPr>
              <a:t>Go to View &gt; Slide Master</a:t>
            </a:r>
          </a:p>
          <a:p>
            <a:r>
              <a:rPr lang="en-US" sz="1100">
                <a:solidFill>
                  <a:schemeClr val="bg1"/>
                </a:solidFill>
                <a:latin typeface="+mn-lt"/>
              </a:rPr>
              <a:t>After that go to Animations &gt; Animations Pane.</a:t>
            </a:r>
          </a:p>
        </p:txBody>
      </p:sp>
    </p:spTree>
    <p:extLst>
      <p:ext uri="{BB962C8B-B14F-4D97-AF65-F5344CB8AC3E}">
        <p14:creationId xmlns:p14="http://schemas.microsoft.com/office/powerpoint/2010/main" val="4126882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Tit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head"/>
          <p:cNvSpPr>
            <a:spLocks noGrp="1"/>
          </p:cNvSpPr>
          <p:nvPr>
            <p:ph type="ctrTitle" hasCustomPrompt="1"/>
          </p:nvPr>
        </p:nvSpPr>
        <p:spPr>
          <a:xfrm>
            <a:off x="540000" y="4359600"/>
            <a:ext cx="3579813" cy="360000"/>
          </a:xfrm>
        </p:spPr>
        <p:txBody>
          <a:bodyPr lIns="0" tIns="0" rIns="0" bIns="0" anchor="t" anchorCtr="0"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Optional subhead</a:t>
            </a:r>
            <a:endParaRPr lang="en-US" noProof="0"/>
          </a:p>
        </p:txBody>
      </p:sp>
      <p:sp>
        <p:nvSpPr>
          <p:cNvPr id="3" name="Headline"/>
          <p:cNvSpPr>
            <a:spLocks noGrp="1"/>
          </p:cNvSpPr>
          <p:nvPr>
            <p:ph type="subTitle" idx="1" hasCustomPrompt="1"/>
          </p:nvPr>
        </p:nvSpPr>
        <p:spPr>
          <a:xfrm>
            <a:off x="540001" y="1915199"/>
            <a:ext cx="6394200" cy="2401200"/>
          </a:xfrm>
        </p:spPr>
        <p:txBody>
          <a:bodyPr lIns="0" tIns="0" rIns="0" bIns="0"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200" b="1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Headline </a:t>
            </a:r>
            <a:br>
              <a:rPr lang="en-US"/>
            </a:br>
            <a:r>
              <a:rPr lang="en-US"/>
              <a:t>Calibri Bold</a:t>
            </a:r>
          </a:p>
        </p:txBody>
      </p:sp>
      <p:sp>
        <p:nvSpPr>
          <p:cNvPr id="6" name="Presenter">
            <a:extLst>
              <a:ext uri="{FF2B5EF4-FFF2-40B4-BE49-F238E27FC236}">
                <a16:creationId xmlns:a16="http://schemas.microsoft.com/office/drawing/2014/main" id="{046EC491-C7E1-4B50-AC08-4B82CD6C66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00" y="5090400"/>
            <a:ext cx="3579813" cy="540000"/>
          </a:xfrm>
        </p:spPr>
        <p:txBody>
          <a:bodyPr/>
          <a:lstStyle>
            <a:lvl1pPr>
              <a:defRPr sz="1600" b="0"/>
            </a:lvl1pPr>
          </a:lstStyle>
          <a:p>
            <a:r>
              <a:rPr lang="en-US"/>
              <a:t>Presenter Calibri 16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English, Month </a:t>
            </a:r>
            <a:fld id="{800C8451-09F2-49A0-81D8-DE7D7F6D58D4}" type="datetimeyyyy">
              <a:rPr lang="en-US" smtClean="0"/>
              <a:t>2023</a:t>
            </a:fld>
            <a:endParaRPr lang="en-US"/>
          </a:p>
        </p:txBody>
      </p:sp>
      <p:pic>
        <p:nvPicPr>
          <p:cNvPr id="87" name="Siemens Healthineers logo">
            <a:extLst>
              <a:ext uri="{FF2B5EF4-FFF2-40B4-BE49-F238E27FC236}">
                <a16:creationId xmlns:a16="http://schemas.microsoft.com/office/drawing/2014/main" id="{35EEC452-B426-4E7B-8973-E9DC55604B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43908" y="497114"/>
            <a:ext cx="2484000" cy="592209"/>
          </a:xfrm>
          <a:prstGeom prst="rect">
            <a:avLst/>
          </a:prstGeom>
        </p:spPr>
      </p:pic>
      <p:pic>
        <p:nvPicPr>
          <p:cNvPr id="7" name="Dot pulse">
            <a:extLst>
              <a:ext uri="{FF2B5EF4-FFF2-40B4-BE49-F238E27FC236}">
                <a16:creationId xmlns:a16="http://schemas.microsoft.com/office/drawing/2014/main" id="{BF10F800-E2D2-4A30-9DC1-1940116C0E4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5175" y="4029933"/>
            <a:ext cx="2826000" cy="144267"/>
          </a:xfrm>
          <a:prstGeom prst="rect">
            <a:avLst/>
          </a:prstGeom>
        </p:spPr>
      </p:pic>
      <p:sp>
        <p:nvSpPr>
          <p:cNvPr id="8" name="Abgerundetes Rechteck 8">
            <a:extLst>
              <a:ext uri="{FF2B5EF4-FFF2-40B4-BE49-F238E27FC236}">
                <a16:creationId xmlns:a16="http://schemas.microsoft.com/office/drawing/2014/main" id="{DBB37A37-4416-4E90-92A7-341CF6FAF214}"/>
              </a:ext>
            </a:extLst>
          </p:cNvPr>
          <p:cNvSpPr/>
          <p:nvPr userDrawn="1"/>
        </p:nvSpPr>
        <p:spPr>
          <a:xfrm>
            <a:off x="12560400" y="5407843"/>
            <a:ext cx="1800000" cy="1450157"/>
          </a:xfrm>
          <a:prstGeom prst="roundRect">
            <a:avLst>
              <a:gd name="adj" fmla="val 0"/>
            </a:avLst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>
                <a:solidFill>
                  <a:schemeClr val="tx1"/>
                </a:solidFill>
                <a:latin typeface="+mn-lt"/>
              </a:rPr>
              <a:t>The animation</a:t>
            </a:r>
            <a:r>
              <a:rPr lang="en-US" sz="1100">
                <a:solidFill>
                  <a:schemeClr val="tx1"/>
                </a:solidFill>
                <a:latin typeface="+mn-lt"/>
              </a:rPr>
              <a:t> </a:t>
            </a:r>
            <a:r>
              <a:rPr lang="en-US" sz="1100">
                <a:solidFill>
                  <a:schemeClr val="bg1"/>
                </a:solidFill>
                <a:latin typeface="+mn-lt"/>
              </a:rPr>
              <a:t>of the dot pulse </a:t>
            </a:r>
            <a:r>
              <a:rPr lang="en-US" sz="1100">
                <a:solidFill>
                  <a:schemeClr val="tx1"/>
                </a:solidFill>
                <a:latin typeface="+mn-lt"/>
              </a:rPr>
              <a:t>can be </a:t>
            </a:r>
            <a:r>
              <a:rPr lang="en-US" sz="1100">
                <a:solidFill>
                  <a:schemeClr val="tx1"/>
                </a:solidFill>
              </a:rPr>
              <a:t>optionally  </a:t>
            </a:r>
            <a:r>
              <a:rPr lang="en-US" sz="1100">
                <a:solidFill>
                  <a:schemeClr val="tx1"/>
                </a:solidFill>
                <a:latin typeface="+mn-lt"/>
              </a:rPr>
              <a:t>switched off on the master layout.</a:t>
            </a:r>
          </a:p>
          <a:p>
            <a:endParaRPr lang="en-US" sz="1100">
              <a:solidFill>
                <a:schemeClr val="bg1"/>
              </a:solidFill>
              <a:latin typeface="+mn-lt"/>
            </a:endParaRPr>
          </a:p>
          <a:p>
            <a:r>
              <a:rPr lang="en-US" sz="1100">
                <a:solidFill>
                  <a:schemeClr val="bg1"/>
                </a:solidFill>
                <a:latin typeface="+mn-lt"/>
              </a:rPr>
              <a:t>Go to View &gt; Slide Master</a:t>
            </a:r>
          </a:p>
          <a:p>
            <a:r>
              <a:rPr lang="en-US" sz="1100">
                <a:solidFill>
                  <a:schemeClr val="bg1"/>
                </a:solidFill>
                <a:latin typeface="+mn-lt"/>
              </a:rPr>
              <a:t>After that go to Animations &gt; Animations Pane.</a:t>
            </a:r>
          </a:p>
        </p:txBody>
      </p:sp>
      <p:grpSp>
        <p:nvGrpSpPr>
          <p:cNvPr id="9" name="Marker">
            <a:extLst>
              <a:ext uri="{FF2B5EF4-FFF2-40B4-BE49-F238E27FC236}">
                <a16:creationId xmlns:a16="http://schemas.microsoft.com/office/drawing/2014/main" id="{D39A42E3-E034-456A-A3F4-983938E62B60}"/>
              </a:ext>
            </a:extLst>
          </p:cNvPr>
          <p:cNvGrpSpPr/>
          <p:nvPr userDrawn="1"/>
        </p:nvGrpSpPr>
        <p:grpSpPr>
          <a:xfrm>
            <a:off x="-468000" y="-360000"/>
            <a:ext cx="12999600" cy="7578000"/>
            <a:chOff x="-468000" y="-360000"/>
            <a:chExt cx="12999600" cy="7578000"/>
          </a:xfrm>
        </p:grpSpPr>
        <p:cxnSp>
          <p:nvCxnSpPr>
            <p:cNvPr id="10" name="Gerade Verbindung 40">
              <a:extLst>
                <a:ext uri="{FF2B5EF4-FFF2-40B4-BE49-F238E27FC236}">
                  <a16:creationId xmlns:a16="http://schemas.microsoft.com/office/drawing/2014/main" id="{7EA5DFEE-96B5-471D-81C0-5EF9A808435E}"/>
                </a:ext>
              </a:extLst>
            </p:cNvPr>
            <p:cNvCxnSpPr/>
            <p:nvPr userDrawn="1"/>
          </p:nvCxnSpPr>
          <p:spPr>
            <a:xfrm>
              <a:off x="5400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 Verbindung 42">
              <a:extLst>
                <a:ext uri="{FF2B5EF4-FFF2-40B4-BE49-F238E27FC236}">
                  <a16:creationId xmlns:a16="http://schemas.microsoft.com/office/drawing/2014/main" id="{F6FE5688-06C6-4AC4-A569-2B413F35EC6E}"/>
                </a:ext>
              </a:extLst>
            </p:cNvPr>
            <p:cNvCxnSpPr/>
            <p:nvPr userDrawn="1"/>
          </p:nvCxnSpPr>
          <p:spPr>
            <a:xfrm>
              <a:off x="5400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45">
              <a:extLst>
                <a:ext uri="{FF2B5EF4-FFF2-40B4-BE49-F238E27FC236}">
                  <a16:creationId xmlns:a16="http://schemas.microsoft.com/office/drawing/2014/main" id="{A46EE828-435A-466B-B291-531ACD081B61}"/>
                </a:ext>
              </a:extLst>
            </p:cNvPr>
            <p:cNvCxnSpPr/>
            <p:nvPr userDrawn="1"/>
          </p:nvCxnSpPr>
          <p:spPr>
            <a:xfrm>
              <a:off x="1299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46">
              <a:extLst>
                <a:ext uri="{FF2B5EF4-FFF2-40B4-BE49-F238E27FC236}">
                  <a16:creationId xmlns:a16="http://schemas.microsoft.com/office/drawing/2014/main" id="{4E888A75-66AE-4FE7-88A7-FC420843805E}"/>
                </a:ext>
              </a:extLst>
            </p:cNvPr>
            <p:cNvCxnSpPr/>
            <p:nvPr userDrawn="1"/>
          </p:nvCxnSpPr>
          <p:spPr>
            <a:xfrm>
              <a:off x="1299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48">
              <a:extLst>
                <a:ext uri="{FF2B5EF4-FFF2-40B4-BE49-F238E27FC236}">
                  <a16:creationId xmlns:a16="http://schemas.microsoft.com/office/drawing/2014/main" id="{05D52D9C-9BDD-45C5-BB42-908F85769875}"/>
                </a:ext>
              </a:extLst>
            </p:cNvPr>
            <p:cNvCxnSpPr/>
            <p:nvPr userDrawn="1"/>
          </p:nvCxnSpPr>
          <p:spPr>
            <a:xfrm>
              <a:off x="1479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49">
              <a:extLst>
                <a:ext uri="{FF2B5EF4-FFF2-40B4-BE49-F238E27FC236}">
                  <a16:creationId xmlns:a16="http://schemas.microsoft.com/office/drawing/2014/main" id="{F90169CA-7B48-43EA-99B5-5BB8F5C7FAF2}"/>
                </a:ext>
              </a:extLst>
            </p:cNvPr>
            <p:cNvCxnSpPr/>
            <p:nvPr userDrawn="1"/>
          </p:nvCxnSpPr>
          <p:spPr>
            <a:xfrm>
              <a:off x="1479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51">
              <a:extLst>
                <a:ext uri="{FF2B5EF4-FFF2-40B4-BE49-F238E27FC236}">
                  <a16:creationId xmlns:a16="http://schemas.microsoft.com/office/drawing/2014/main" id="{F8A274D0-79BC-4A7C-BC35-24A63FEE3370}"/>
                </a:ext>
              </a:extLst>
            </p:cNvPr>
            <p:cNvCxnSpPr/>
            <p:nvPr userDrawn="1"/>
          </p:nvCxnSpPr>
          <p:spPr>
            <a:xfrm>
              <a:off x="2239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52">
              <a:extLst>
                <a:ext uri="{FF2B5EF4-FFF2-40B4-BE49-F238E27FC236}">
                  <a16:creationId xmlns:a16="http://schemas.microsoft.com/office/drawing/2014/main" id="{F1C376A8-6474-403C-819A-A69E80654EB5}"/>
                </a:ext>
              </a:extLst>
            </p:cNvPr>
            <p:cNvCxnSpPr/>
            <p:nvPr userDrawn="1"/>
          </p:nvCxnSpPr>
          <p:spPr>
            <a:xfrm>
              <a:off x="2239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54">
              <a:extLst>
                <a:ext uri="{FF2B5EF4-FFF2-40B4-BE49-F238E27FC236}">
                  <a16:creationId xmlns:a16="http://schemas.microsoft.com/office/drawing/2014/main" id="{43143CCC-DC7F-4662-8A8A-46996B39E7E1}"/>
                </a:ext>
              </a:extLst>
            </p:cNvPr>
            <p:cNvCxnSpPr/>
            <p:nvPr userDrawn="1"/>
          </p:nvCxnSpPr>
          <p:spPr>
            <a:xfrm>
              <a:off x="2419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55">
              <a:extLst>
                <a:ext uri="{FF2B5EF4-FFF2-40B4-BE49-F238E27FC236}">
                  <a16:creationId xmlns:a16="http://schemas.microsoft.com/office/drawing/2014/main" id="{F6236ACA-7244-4667-9238-02757C2EAFB5}"/>
                </a:ext>
              </a:extLst>
            </p:cNvPr>
            <p:cNvCxnSpPr/>
            <p:nvPr userDrawn="1"/>
          </p:nvCxnSpPr>
          <p:spPr>
            <a:xfrm>
              <a:off x="2419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 Verbindung 57">
              <a:extLst>
                <a:ext uri="{FF2B5EF4-FFF2-40B4-BE49-F238E27FC236}">
                  <a16:creationId xmlns:a16="http://schemas.microsoft.com/office/drawing/2014/main" id="{8E4010D3-1AE7-4FCA-8300-850BB954A506}"/>
                </a:ext>
              </a:extLst>
            </p:cNvPr>
            <p:cNvCxnSpPr/>
            <p:nvPr userDrawn="1"/>
          </p:nvCxnSpPr>
          <p:spPr>
            <a:xfrm>
              <a:off x="31781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58">
              <a:extLst>
                <a:ext uri="{FF2B5EF4-FFF2-40B4-BE49-F238E27FC236}">
                  <a16:creationId xmlns:a16="http://schemas.microsoft.com/office/drawing/2014/main" id="{EC46CD02-8AD2-4474-B747-A5AC59B657DB}"/>
                </a:ext>
              </a:extLst>
            </p:cNvPr>
            <p:cNvCxnSpPr/>
            <p:nvPr userDrawn="1"/>
          </p:nvCxnSpPr>
          <p:spPr>
            <a:xfrm>
              <a:off x="31781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60">
              <a:extLst>
                <a:ext uri="{FF2B5EF4-FFF2-40B4-BE49-F238E27FC236}">
                  <a16:creationId xmlns:a16="http://schemas.microsoft.com/office/drawing/2014/main" id="{3C008754-4721-4013-9DD9-4276CE32690C}"/>
                </a:ext>
              </a:extLst>
            </p:cNvPr>
            <p:cNvCxnSpPr/>
            <p:nvPr userDrawn="1"/>
          </p:nvCxnSpPr>
          <p:spPr>
            <a:xfrm>
              <a:off x="335915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61">
              <a:extLst>
                <a:ext uri="{FF2B5EF4-FFF2-40B4-BE49-F238E27FC236}">
                  <a16:creationId xmlns:a16="http://schemas.microsoft.com/office/drawing/2014/main" id="{3056DE7E-58F1-4D73-8C19-6E7881C70C5B}"/>
                </a:ext>
              </a:extLst>
            </p:cNvPr>
            <p:cNvCxnSpPr/>
            <p:nvPr userDrawn="1"/>
          </p:nvCxnSpPr>
          <p:spPr>
            <a:xfrm>
              <a:off x="335915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63">
              <a:extLst>
                <a:ext uri="{FF2B5EF4-FFF2-40B4-BE49-F238E27FC236}">
                  <a16:creationId xmlns:a16="http://schemas.microsoft.com/office/drawing/2014/main" id="{3B3E1CD6-4B1F-4020-B468-B06ABDA78018}"/>
                </a:ext>
              </a:extLst>
            </p:cNvPr>
            <p:cNvCxnSpPr/>
            <p:nvPr userDrawn="1"/>
          </p:nvCxnSpPr>
          <p:spPr>
            <a:xfrm>
              <a:off x="41148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64">
              <a:extLst>
                <a:ext uri="{FF2B5EF4-FFF2-40B4-BE49-F238E27FC236}">
                  <a16:creationId xmlns:a16="http://schemas.microsoft.com/office/drawing/2014/main" id="{13357323-3808-4962-B967-75E17B45A4B2}"/>
                </a:ext>
              </a:extLst>
            </p:cNvPr>
            <p:cNvCxnSpPr/>
            <p:nvPr userDrawn="1"/>
          </p:nvCxnSpPr>
          <p:spPr>
            <a:xfrm>
              <a:off x="41148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 Verbindung 66">
              <a:extLst>
                <a:ext uri="{FF2B5EF4-FFF2-40B4-BE49-F238E27FC236}">
                  <a16:creationId xmlns:a16="http://schemas.microsoft.com/office/drawing/2014/main" id="{1653938B-8CB8-4E29-8275-7492D19BD87A}"/>
                </a:ext>
              </a:extLst>
            </p:cNvPr>
            <p:cNvCxnSpPr/>
            <p:nvPr userDrawn="1"/>
          </p:nvCxnSpPr>
          <p:spPr>
            <a:xfrm>
              <a:off x="42957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67">
              <a:extLst>
                <a:ext uri="{FF2B5EF4-FFF2-40B4-BE49-F238E27FC236}">
                  <a16:creationId xmlns:a16="http://schemas.microsoft.com/office/drawing/2014/main" id="{716967B0-3183-4F1C-9947-9C3231AED359}"/>
                </a:ext>
              </a:extLst>
            </p:cNvPr>
            <p:cNvCxnSpPr/>
            <p:nvPr userDrawn="1"/>
          </p:nvCxnSpPr>
          <p:spPr>
            <a:xfrm>
              <a:off x="42957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69">
              <a:extLst>
                <a:ext uri="{FF2B5EF4-FFF2-40B4-BE49-F238E27FC236}">
                  <a16:creationId xmlns:a16="http://schemas.microsoft.com/office/drawing/2014/main" id="{24A98F4C-9B95-4D59-A35E-BC4FD22C7CED}"/>
                </a:ext>
              </a:extLst>
            </p:cNvPr>
            <p:cNvCxnSpPr/>
            <p:nvPr userDrawn="1"/>
          </p:nvCxnSpPr>
          <p:spPr>
            <a:xfrm>
              <a:off x="5054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70">
              <a:extLst>
                <a:ext uri="{FF2B5EF4-FFF2-40B4-BE49-F238E27FC236}">
                  <a16:creationId xmlns:a16="http://schemas.microsoft.com/office/drawing/2014/main" id="{E2AC2629-2D6F-4E0B-906C-B29FC2C0416E}"/>
                </a:ext>
              </a:extLst>
            </p:cNvPr>
            <p:cNvCxnSpPr/>
            <p:nvPr userDrawn="1"/>
          </p:nvCxnSpPr>
          <p:spPr>
            <a:xfrm>
              <a:off x="5054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72">
              <a:extLst>
                <a:ext uri="{FF2B5EF4-FFF2-40B4-BE49-F238E27FC236}">
                  <a16:creationId xmlns:a16="http://schemas.microsoft.com/office/drawing/2014/main" id="{BE9A42B9-530E-4242-8847-CDED545A750F}"/>
                </a:ext>
              </a:extLst>
            </p:cNvPr>
            <p:cNvCxnSpPr/>
            <p:nvPr userDrawn="1"/>
          </p:nvCxnSpPr>
          <p:spPr>
            <a:xfrm>
              <a:off x="52355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 Verbindung 73">
              <a:extLst>
                <a:ext uri="{FF2B5EF4-FFF2-40B4-BE49-F238E27FC236}">
                  <a16:creationId xmlns:a16="http://schemas.microsoft.com/office/drawing/2014/main" id="{1D7743B7-4A22-4499-816E-620480EF940B}"/>
                </a:ext>
              </a:extLst>
            </p:cNvPr>
            <p:cNvCxnSpPr/>
            <p:nvPr userDrawn="1"/>
          </p:nvCxnSpPr>
          <p:spPr>
            <a:xfrm>
              <a:off x="52355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75">
              <a:extLst>
                <a:ext uri="{FF2B5EF4-FFF2-40B4-BE49-F238E27FC236}">
                  <a16:creationId xmlns:a16="http://schemas.microsoft.com/office/drawing/2014/main" id="{A97A8787-113E-44B0-85C1-552A745B4379}"/>
                </a:ext>
              </a:extLst>
            </p:cNvPr>
            <p:cNvCxnSpPr/>
            <p:nvPr userDrawn="1"/>
          </p:nvCxnSpPr>
          <p:spPr>
            <a:xfrm>
              <a:off x="59944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 Verbindung 76">
              <a:extLst>
                <a:ext uri="{FF2B5EF4-FFF2-40B4-BE49-F238E27FC236}">
                  <a16:creationId xmlns:a16="http://schemas.microsoft.com/office/drawing/2014/main" id="{83987063-6FE9-40BB-AEEC-B9B963D66AF2}"/>
                </a:ext>
              </a:extLst>
            </p:cNvPr>
            <p:cNvCxnSpPr/>
            <p:nvPr userDrawn="1"/>
          </p:nvCxnSpPr>
          <p:spPr>
            <a:xfrm>
              <a:off x="59944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 Verbindung 78">
              <a:extLst>
                <a:ext uri="{FF2B5EF4-FFF2-40B4-BE49-F238E27FC236}">
                  <a16:creationId xmlns:a16="http://schemas.microsoft.com/office/drawing/2014/main" id="{67746B3D-00B2-405D-BFA0-FCEDC2545C54}"/>
                </a:ext>
              </a:extLst>
            </p:cNvPr>
            <p:cNvCxnSpPr/>
            <p:nvPr userDrawn="1"/>
          </p:nvCxnSpPr>
          <p:spPr>
            <a:xfrm>
              <a:off x="61753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 Verbindung 79">
              <a:extLst>
                <a:ext uri="{FF2B5EF4-FFF2-40B4-BE49-F238E27FC236}">
                  <a16:creationId xmlns:a16="http://schemas.microsoft.com/office/drawing/2014/main" id="{6DB3F7B3-59C2-4B42-84F0-B222C48E4378}"/>
                </a:ext>
              </a:extLst>
            </p:cNvPr>
            <p:cNvCxnSpPr/>
            <p:nvPr userDrawn="1"/>
          </p:nvCxnSpPr>
          <p:spPr>
            <a:xfrm>
              <a:off x="61753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81">
              <a:extLst>
                <a:ext uri="{FF2B5EF4-FFF2-40B4-BE49-F238E27FC236}">
                  <a16:creationId xmlns:a16="http://schemas.microsoft.com/office/drawing/2014/main" id="{55366E91-0C12-412A-BA36-B761FED4662D}"/>
                </a:ext>
              </a:extLst>
            </p:cNvPr>
            <p:cNvCxnSpPr/>
            <p:nvPr userDrawn="1"/>
          </p:nvCxnSpPr>
          <p:spPr>
            <a:xfrm>
              <a:off x="6934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82">
              <a:extLst>
                <a:ext uri="{FF2B5EF4-FFF2-40B4-BE49-F238E27FC236}">
                  <a16:creationId xmlns:a16="http://schemas.microsoft.com/office/drawing/2014/main" id="{E9F891A0-5172-4546-8B1F-2579FA2FEBD1}"/>
                </a:ext>
              </a:extLst>
            </p:cNvPr>
            <p:cNvCxnSpPr/>
            <p:nvPr userDrawn="1"/>
          </p:nvCxnSpPr>
          <p:spPr>
            <a:xfrm>
              <a:off x="6934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84">
              <a:extLst>
                <a:ext uri="{FF2B5EF4-FFF2-40B4-BE49-F238E27FC236}">
                  <a16:creationId xmlns:a16="http://schemas.microsoft.com/office/drawing/2014/main" id="{88A59020-D08E-4532-9B90-DE28E5DB31B3}"/>
                </a:ext>
              </a:extLst>
            </p:cNvPr>
            <p:cNvCxnSpPr/>
            <p:nvPr userDrawn="1"/>
          </p:nvCxnSpPr>
          <p:spPr>
            <a:xfrm>
              <a:off x="7114826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85">
              <a:extLst>
                <a:ext uri="{FF2B5EF4-FFF2-40B4-BE49-F238E27FC236}">
                  <a16:creationId xmlns:a16="http://schemas.microsoft.com/office/drawing/2014/main" id="{AC5A657B-443F-418C-8790-F24C3AF724AB}"/>
                </a:ext>
              </a:extLst>
            </p:cNvPr>
            <p:cNvCxnSpPr/>
            <p:nvPr userDrawn="1"/>
          </p:nvCxnSpPr>
          <p:spPr>
            <a:xfrm>
              <a:off x="7114826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87">
              <a:extLst>
                <a:ext uri="{FF2B5EF4-FFF2-40B4-BE49-F238E27FC236}">
                  <a16:creationId xmlns:a16="http://schemas.microsoft.com/office/drawing/2014/main" id="{A1481941-E67A-4D8E-8177-0C855C7921CA}"/>
                </a:ext>
              </a:extLst>
            </p:cNvPr>
            <p:cNvCxnSpPr/>
            <p:nvPr userDrawn="1"/>
          </p:nvCxnSpPr>
          <p:spPr>
            <a:xfrm>
              <a:off x="78740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88">
              <a:extLst>
                <a:ext uri="{FF2B5EF4-FFF2-40B4-BE49-F238E27FC236}">
                  <a16:creationId xmlns:a16="http://schemas.microsoft.com/office/drawing/2014/main" id="{B5C21370-5DFC-4BC7-9353-C5BD1FE074B1}"/>
                </a:ext>
              </a:extLst>
            </p:cNvPr>
            <p:cNvCxnSpPr/>
            <p:nvPr userDrawn="1"/>
          </p:nvCxnSpPr>
          <p:spPr>
            <a:xfrm>
              <a:off x="78740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90">
              <a:extLst>
                <a:ext uri="{FF2B5EF4-FFF2-40B4-BE49-F238E27FC236}">
                  <a16:creationId xmlns:a16="http://schemas.microsoft.com/office/drawing/2014/main" id="{7B1A8D85-878C-4EC3-9178-F67AD1152B0E}"/>
                </a:ext>
              </a:extLst>
            </p:cNvPr>
            <p:cNvCxnSpPr/>
            <p:nvPr userDrawn="1"/>
          </p:nvCxnSpPr>
          <p:spPr>
            <a:xfrm>
              <a:off x="80549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91">
              <a:extLst>
                <a:ext uri="{FF2B5EF4-FFF2-40B4-BE49-F238E27FC236}">
                  <a16:creationId xmlns:a16="http://schemas.microsoft.com/office/drawing/2014/main" id="{70A39318-BD31-471B-9806-F60534F8F0E5}"/>
                </a:ext>
              </a:extLst>
            </p:cNvPr>
            <p:cNvCxnSpPr/>
            <p:nvPr userDrawn="1"/>
          </p:nvCxnSpPr>
          <p:spPr>
            <a:xfrm>
              <a:off x="80549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93">
              <a:extLst>
                <a:ext uri="{FF2B5EF4-FFF2-40B4-BE49-F238E27FC236}">
                  <a16:creationId xmlns:a16="http://schemas.microsoft.com/office/drawing/2014/main" id="{66A99A16-D0C7-4F1C-AEEA-78BB918AD85C}"/>
                </a:ext>
              </a:extLst>
            </p:cNvPr>
            <p:cNvCxnSpPr/>
            <p:nvPr userDrawn="1"/>
          </p:nvCxnSpPr>
          <p:spPr>
            <a:xfrm>
              <a:off x="88138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94">
              <a:extLst>
                <a:ext uri="{FF2B5EF4-FFF2-40B4-BE49-F238E27FC236}">
                  <a16:creationId xmlns:a16="http://schemas.microsoft.com/office/drawing/2014/main" id="{C5471DB2-7EF6-49D9-B6EB-08154804E355}"/>
                </a:ext>
              </a:extLst>
            </p:cNvPr>
            <p:cNvCxnSpPr/>
            <p:nvPr userDrawn="1"/>
          </p:nvCxnSpPr>
          <p:spPr>
            <a:xfrm>
              <a:off x="88138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96">
              <a:extLst>
                <a:ext uri="{FF2B5EF4-FFF2-40B4-BE49-F238E27FC236}">
                  <a16:creationId xmlns:a16="http://schemas.microsoft.com/office/drawing/2014/main" id="{0C03E5D8-6F9E-4FBE-A702-3236683D6C12}"/>
                </a:ext>
              </a:extLst>
            </p:cNvPr>
            <p:cNvCxnSpPr/>
            <p:nvPr userDrawn="1"/>
          </p:nvCxnSpPr>
          <p:spPr>
            <a:xfrm>
              <a:off x="89947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 Verbindung 97">
              <a:extLst>
                <a:ext uri="{FF2B5EF4-FFF2-40B4-BE49-F238E27FC236}">
                  <a16:creationId xmlns:a16="http://schemas.microsoft.com/office/drawing/2014/main" id="{1350AFA6-8E40-427D-B6A5-4639818970AE}"/>
                </a:ext>
              </a:extLst>
            </p:cNvPr>
            <p:cNvCxnSpPr/>
            <p:nvPr userDrawn="1"/>
          </p:nvCxnSpPr>
          <p:spPr>
            <a:xfrm>
              <a:off x="89947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99">
              <a:extLst>
                <a:ext uri="{FF2B5EF4-FFF2-40B4-BE49-F238E27FC236}">
                  <a16:creationId xmlns:a16="http://schemas.microsoft.com/office/drawing/2014/main" id="{4EA8B6C3-8CB9-4354-9182-2F485841245F}"/>
                </a:ext>
              </a:extLst>
            </p:cNvPr>
            <p:cNvCxnSpPr/>
            <p:nvPr userDrawn="1"/>
          </p:nvCxnSpPr>
          <p:spPr>
            <a:xfrm>
              <a:off x="9751003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100">
              <a:extLst>
                <a:ext uri="{FF2B5EF4-FFF2-40B4-BE49-F238E27FC236}">
                  <a16:creationId xmlns:a16="http://schemas.microsoft.com/office/drawing/2014/main" id="{8CA7F308-45E5-4D6F-8E96-526C3A054166}"/>
                </a:ext>
              </a:extLst>
            </p:cNvPr>
            <p:cNvCxnSpPr/>
            <p:nvPr userDrawn="1"/>
          </p:nvCxnSpPr>
          <p:spPr>
            <a:xfrm>
              <a:off x="9751003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102">
              <a:extLst>
                <a:ext uri="{FF2B5EF4-FFF2-40B4-BE49-F238E27FC236}">
                  <a16:creationId xmlns:a16="http://schemas.microsoft.com/office/drawing/2014/main" id="{6E94B82F-99AB-41B6-80E6-D0835067958D}"/>
                </a:ext>
              </a:extLst>
            </p:cNvPr>
            <p:cNvCxnSpPr/>
            <p:nvPr userDrawn="1"/>
          </p:nvCxnSpPr>
          <p:spPr>
            <a:xfrm>
              <a:off x="99282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103">
              <a:extLst>
                <a:ext uri="{FF2B5EF4-FFF2-40B4-BE49-F238E27FC236}">
                  <a16:creationId xmlns:a16="http://schemas.microsoft.com/office/drawing/2014/main" id="{F1473618-312D-4115-AFBB-2A8F5C508800}"/>
                </a:ext>
              </a:extLst>
            </p:cNvPr>
            <p:cNvCxnSpPr/>
            <p:nvPr userDrawn="1"/>
          </p:nvCxnSpPr>
          <p:spPr>
            <a:xfrm>
              <a:off x="99282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 Verbindung 105">
              <a:extLst>
                <a:ext uri="{FF2B5EF4-FFF2-40B4-BE49-F238E27FC236}">
                  <a16:creationId xmlns:a16="http://schemas.microsoft.com/office/drawing/2014/main" id="{19D5E2ED-F51A-401F-BD42-1335500C191C}"/>
                </a:ext>
              </a:extLst>
            </p:cNvPr>
            <p:cNvCxnSpPr/>
            <p:nvPr userDrawn="1"/>
          </p:nvCxnSpPr>
          <p:spPr>
            <a:xfrm>
              <a:off x="106902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 Verbindung 106">
              <a:extLst>
                <a:ext uri="{FF2B5EF4-FFF2-40B4-BE49-F238E27FC236}">
                  <a16:creationId xmlns:a16="http://schemas.microsoft.com/office/drawing/2014/main" id="{28A2F7D4-0473-4A68-935F-B452E1C78B7F}"/>
                </a:ext>
              </a:extLst>
            </p:cNvPr>
            <p:cNvCxnSpPr/>
            <p:nvPr userDrawn="1"/>
          </p:nvCxnSpPr>
          <p:spPr>
            <a:xfrm>
              <a:off x="106902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 Verbindung 108">
              <a:extLst>
                <a:ext uri="{FF2B5EF4-FFF2-40B4-BE49-F238E27FC236}">
                  <a16:creationId xmlns:a16="http://schemas.microsoft.com/office/drawing/2014/main" id="{9A104325-5070-4CA8-A88D-7BF93FED52AF}"/>
                </a:ext>
              </a:extLst>
            </p:cNvPr>
            <p:cNvCxnSpPr/>
            <p:nvPr userDrawn="1"/>
          </p:nvCxnSpPr>
          <p:spPr>
            <a:xfrm>
              <a:off x="108680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 Verbindung 109">
              <a:extLst>
                <a:ext uri="{FF2B5EF4-FFF2-40B4-BE49-F238E27FC236}">
                  <a16:creationId xmlns:a16="http://schemas.microsoft.com/office/drawing/2014/main" id="{497B098B-696E-4EA7-ABCF-A245A65E913D}"/>
                </a:ext>
              </a:extLst>
            </p:cNvPr>
            <p:cNvCxnSpPr/>
            <p:nvPr userDrawn="1"/>
          </p:nvCxnSpPr>
          <p:spPr>
            <a:xfrm>
              <a:off x="108680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 Verbindung 111">
              <a:extLst>
                <a:ext uri="{FF2B5EF4-FFF2-40B4-BE49-F238E27FC236}">
                  <a16:creationId xmlns:a16="http://schemas.microsoft.com/office/drawing/2014/main" id="{0C3F8CAE-34D6-4FA4-8746-9336AC48A58F}"/>
                </a:ext>
              </a:extLst>
            </p:cNvPr>
            <p:cNvCxnSpPr/>
            <p:nvPr userDrawn="1"/>
          </p:nvCxnSpPr>
          <p:spPr>
            <a:xfrm>
              <a:off x="11628438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 Verbindung 112">
              <a:extLst>
                <a:ext uri="{FF2B5EF4-FFF2-40B4-BE49-F238E27FC236}">
                  <a16:creationId xmlns:a16="http://schemas.microsoft.com/office/drawing/2014/main" id="{E38B1F47-5868-4E05-9265-15445F9319E3}"/>
                </a:ext>
              </a:extLst>
            </p:cNvPr>
            <p:cNvCxnSpPr/>
            <p:nvPr userDrawn="1"/>
          </p:nvCxnSpPr>
          <p:spPr>
            <a:xfrm>
              <a:off x="11628438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114">
              <a:extLst>
                <a:ext uri="{FF2B5EF4-FFF2-40B4-BE49-F238E27FC236}">
                  <a16:creationId xmlns:a16="http://schemas.microsoft.com/office/drawing/2014/main" id="{B2354D57-D020-4A7A-A1F5-C9BD43B68326}"/>
                </a:ext>
              </a:extLst>
            </p:cNvPr>
            <p:cNvCxnSpPr/>
            <p:nvPr userDrawn="1"/>
          </p:nvCxnSpPr>
          <p:spPr>
            <a:xfrm rot="5400000">
              <a:off x="-360000" y="151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 Verbindung 116">
              <a:extLst>
                <a:ext uri="{FF2B5EF4-FFF2-40B4-BE49-F238E27FC236}">
                  <a16:creationId xmlns:a16="http://schemas.microsoft.com/office/drawing/2014/main" id="{E347C51B-06E4-4BD6-A625-C5DA2E13F669}"/>
                </a:ext>
              </a:extLst>
            </p:cNvPr>
            <p:cNvCxnSpPr/>
            <p:nvPr userDrawn="1"/>
          </p:nvCxnSpPr>
          <p:spPr>
            <a:xfrm rot="5400000">
              <a:off x="-360000" y="6084838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 Verbindung 117">
              <a:extLst>
                <a:ext uri="{FF2B5EF4-FFF2-40B4-BE49-F238E27FC236}">
                  <a16:creationId xmlns:a16="http://schemas.microsoft.com/office/drawing/2014/main" id="{3D6E3457-7600-4502-A63F-F9541EA564E1}"/>
                </a:ext>
              </a:extLst>
            </p:cNvPr>
            <p:cNvCxnSpPr/>
            <p:nvPr userDrawn="1"/>
          </p:nvCxnSpPr>
          <p:spPr>
            <a:xfrm rot="5400000">
              <a:off x="12423600" y="151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 Verbindung 118">
              <a:extLst>
                <a:ext uri="{FF2B5EF4-FFF2-40B4-BE49-F238E27FC236}">
                  <a16:creationId xmlns:a16="http://schemas.microsoft.com/office/drawing/2014/main" id="{5EFDB259-6FB2-4510-9177-612DC5D43785}"/>
                </a:ext>
              </a:extLst>
            </p:cNvPr>
            <p:cNvCxnSpPr/>
            <p:nvPr userDrawn="1"/>
          </p:nvCxnSpPr>
          <p:spPr>
            <a:xfrm rot="5400000">
              <a:off x="12423600" y="6084838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735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duct tag"/>
          <p:cNvSpPr>
            <a:spLocks noGrp="1"/>
          </p:cNvSpPr>
          <p:nvPr>
            <p:ph type="ctrTitle" hasCustomPrompt="1"/>
          </p:nvPr>
        </p:nvSpPr>
        <p:spPr>
          <a:xfrm>
            <a:off x="1476374" y="1623600"/>
            <a:ext cx="7336347" cy="1224000"/>
          </a:xfrm>
        </p:spPr>
        <p:txBody>
          <a:bodyPr lIns="0" tIns="0" rIns="0" bIns="0" anchor="b" anchorCtr="0">
            <a:noAutofit/>
          </a:bodyPr>
          <a:lstStyle>
            <a:lvl1pPr algn="l"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ETIAM sit </a:t>
            </a:r>
            <a:r>
              <a:rPr lang="en-US" err="1"/>
              <a:t>atmet</a:t>
            </a:r>
            <a:endParaRPr lang="en-US" noProof="0"/>
          </a:p>
        </p:txBody>
      </p:sp>
      <p:sp>
        <p:nvSpPr>
          <p:cNvPr id="3" name="Headline"/>
          <p:cNvSpPr>
            <a:spLocks noGrp="1"/>
          </p:cNvSpPr>
          <p:nvPr>
            <p:ph type="subTitle" idx="1" hasCustomPrompt="1"/>
          </p:nvPr>
        </p:nvSpPr>
        <p:spPr>
          <a:xfrm>
            <a:off x="1476374" y="3009329"/>
            <a:ext cx="7337425" cy="1661315"/>
          </a:xfr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200" b="1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Headline </a:t>
            </a:r>
            <a:br>
              <a:rPr lang="en-US"/>
            </a:br>
            <a:r>
              <a:rPr lang="en-US"/>
              <a:t>Calibri Bold</a:t>
            </a:r>
          </a:p>
        </p:txBody>
      </p:sp>
      <p:sp>
        <p:nvSpPr>
          <p:cNvPr id="12" name="Author"/>
          <p:cNvSpPr>
            <a:spLocks noGrp="1"/>
          </p:cNvSpPr>
          <p:nvPr>
            <p:ph type="ftr" sz="quarter" idx="3"/>
          </p:nvPr>
        </p:nvSpPr>
        <p:spPr>
          <a:xfrm>
            <a:off x="8054975" y="6340471"/>
            <a:ext cx="3259452" cy="144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13" name="Siemens Healthineers logo">
            <a:extLst>
              <a:ext uri="{FF2B5EF4-FFF2-40B4-BE49-F238E27FC236}">
                <a16:creationId xmlns:a16="http://schemas.microsoft.com/office/drawing/2014/main" id="{72B2F2CC-04D6-480A-9038-E43A364732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C763EA-6C08-40D2-97D3-0905B7D6DDEE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811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duct tag"/>
          <p:cNvSpPr>
            <a:spLocks noGrp="1"/>
          </p:cNvSpPr>
          <p:nvPr>
            <p:ph type="ctrTitle" hasCustomPrompt="1"/>
          </p:nvPr>
        </p:nvSpPr>
        <p:spPr>
          <a:xfrm>
            <a:off x="1476374" y="1623600"/>
            <a:ext cx="7336347" cy="1224000"/>
          </a:xfrm>
        </p:spPr>
        <p:txBody>
          <a:bodyPr lIns="0" tIns="0" rIns="0" bIns="0" anchor="b" anchorCtr="0">
            <a:noAutofit/>
          </a:bodyPr>
          <a:lstStyle>
            <a:lvl1pPr algn="l"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ETIAM sit </a:t>
            </a:r>
            <a:r>
              <a:rPr lang="en-US" err="1"/>
              <a:t>atmet</a:t>
            </a:r>
            <a:endParaRPr lang="en-US" noProof="0"/>
          </a:p>
        </p:txBody>
      </p:sp>
      <p:sp>
        <p:nvSpPr>
          <p:cNvPr id="3" name="Headline"/>
          <p:cNvSpPr>
            <a:spLocks noGrp="1"/>
          </p:cNvSpPr>
          <p:nvPr>
            <p:ph type="subTitle" idx="1" hasCustomPrompt="1"/>
          </p:nvPr>
        </p:nvSpPr>
        <p:spPr>
          <a:xfrm>
            <a:off x="1476374" y="3009329"/>
            <a:ext cx="7337425" cy="1661315"/>
          </a:xfr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2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Headline </a:t>
            </a:r>
            <a:br>
              <a:rPr lang="en-US"/>
            </a:br>
            <a:r>
              <a:rPr lang="en-US"/>
              <a:t>Calibri Bold</a:t>
            </a:r>
          </a:p>
        </p:txBody>
      </p:sp>
      <p:sp>
        <p:nvSpPr>
          <p:cNvPr id="12" name="Author"/>
          <p:cNvSpPr>
            <a:spLocks noGrp="1"/>
          </p:cNvSpPr>
          <p:nvPr>
            <p:ph type="ftr" sz="quarter" idx="3"/>
          </p:nvPr>
        </p:nvSpPr>
        <p:spPr>
          <a:xfrm>
            <a:off x="8054975" y="6340471"/>
            <a:ext cx="3259452" cy="144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Author | Department</a:t>
            </a:r>
          </a:p>
        </p:txBody>
      </p:sp>
      <p:grpSp>
        <p:nvGrpSpPr>
          <p:cNvPr id="6" name="Marker">
            <a:extLst>
              <a:ext uri="{FF2B5EF4-FFF2-40B4-BE49-F238E27FC236}">
                <a16:creationId xmlns:a16="http://schemas.microsoft.com/office/drawing/2014/main" id="{FA350118-2CDB-4D1D-9A15-37265E9A2EBF}"/>
              </a:ext>
            </a:extLst>
          </p:cNvPr>
          <p:cNvGrpSpPr/>
          <p:nvPr userDrawn="1"/>
        </p:nvGrpSpPr>
        <p:grpSpPr>
          <a:xfrm>
            <a:off x="-468000" y="-360000"/>
            <a:ext cx="12999600" cy="7578000"/>
            <a:chOff x="-468000" y="-360000"/>
            <a:chExt cx="12999600" cy="7578000"/>
          </a:xfrm>
        </p:grpSpPr>
        <p:cxnSp>
          <p:nvCxnSpPr>
            <p:cNvPr id="7" name="Gerade Verbindung 40">
              <a:extLst>
                <a:ext uri="{FF2B5EF4-FFF2-40B4-BE49-F238E27FC236}">
                  <a16:creationId xmlns:a16="http://schemas.microsoft.com/office/drawing/2014/main" id="{2DE56DF7-4A34-49CA-8A5F-7D4C0B163372}"/>
                </a:ext>
              </a:extLst>
            </p:cNvPr>
            <p:cNvCxnSpPr/>
            <p:nvPr userDrawn="1"/>
          </p:nvCxnSpPr>
          <p:spPr>
            <a:xfrm>
              <a:off x="5400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 Verbindung 42">
              <a:extLst>
                <a:ext uri="{FF2B5EF4-FFF2-40B4-BE49-F238E27FC236}">
                  <a16:creationId xmlns:a16="http://schemas.microsoft.com/office/drawing/2014/main" id="{937BBF9E-AA5D-403C-9FB2-AAEFB06FFEE3}"/>
                </a:ext>
              </a:extLst>
            </p:cNvPr>
            <p:cNvCxnSpPr/>
            <p:nvPr userDrawn="1"/>
          </p:nvCxnSpPr>
          <p:spPr>
            <a:xfrm>
              <a:off x="5400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 Verbindung 45">
              <a:extLst>
                <a:ext uri="{FF2B5EF4-FFF2-40B4-BE49-F238E27FC236}">
                  <a16:creationId xmlns:a16="http://schemas.microsoft.com/office/drawing/2014/main" id="{D439082A-D679-4369-A278-8783FE36FC88}"/>
                </a:ext>
              </a:extLst>
            </p:cNvPr>
            <p:cNvCxnSpPr/>
            <p:nvPr userDrawn="1"/>
          </p:nvCxnSpPr>
          <p:spPr>
            <a:xfrm>
              <a:off x="1299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 Verbindung 46">
              <a:extLst>
                <a:ext uri="{FF2B5EF4-FFF2-40B4-BE49-F238E27FC236}">
                  <a16:creationId xmlns:a16="http://schemas.microsoft.com/office/drawing/2014/main" id="{C4350D87-ED91-4479-856D-5B8CF153BF5A}"/>
                </a:ext>
              </a:extLst>
            </p:cNvPr>
            <p:cNvCxnSpPr/>
            <p:nvPr userDrawn="1"/>
          </p:nvCxnSpPr>
          <p:spPr>
            <a:xfrm>
              <a:off x="1299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 Verbindung 48">
              <a:extLst>
                <a:ext uri="{FF2B5EF4-FFF2-40B4-BE49-F238E27FC236}">
                  <a16:creationId xmlns:a16="http://schemas.microsoft.com/office/drawing/2014/main" id="{3372D79B-9023-42EF-90F8-2FE932BFEACB}"/>
                </a:ext>
              </a:extLst>
            </p:cNvPr>
            <p:cNvCxnSpPr/>
            <p:nvPr userDrawn="1"/>
          </p:nvCxnSpPr>
          <p:spPr>
            <a:xfrm>
              <a:off x="1479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49">
              <a:extLst>
                <a:ext uri="{FF2B5EF4-FFF2-40B4-BE49-F238E27FC236}">
                  <a16:creationId xmlns:a16="http://schemas.microsoft.com/office/drawing/2014/main" id="{ADF756B4-BC60-464D-B910-59F1A21C487A}"/>
                </a:ext>
              </a:extLst>
            </p:cNvPr>
            <p:cNvCxnSpPr/>
            <p:nvPr userDrawn="1"/>
          </p:nvCxnSpPr>
          <p:spPr>
            <a:xfrm>
              <a:off x="1479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51">
              <a:extLst>
                <a:ext uri="{FF2B5EF4-FFF2-40B4-BE49-F238E27FC236}">
                  <a16:creationId xmlns:a16="http://schemas.microsoft.com/office/drawing/2014/main" id="{400F1294-A6B4-481B-BC4B-5340D1E95067}"/>
                </a:ext>
              </a:extLst>
            </p:cNvPr>
            <p:cNvCxnSpPr/>
            <p:nvPr userDrawn="1"/>
          </p:nvCxnSpPr>
          <p:spPr>
            <a:xfrm>
              <a:off x="2239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52">
              <a:extLst>
                <a:ext uri="{FF2B5EF4-FFF2-40B4-BE49-F238E27FC236}">
                  <a16:creationId xmlns:a16="http://schemas.microsoft.com/office/drawing/2014/main" id="{23E74B0A-CD00-4236-A2F7-5DC1207B25F5}"/>
                </a:ext>
              </a:extLst>
            </p:cNvPr>
            <p:cNvCxnSpPr/>
            <p:nvPr userDrawn="1"/>
          </p:nvCxnSpPr>
          <p:spPr>
            <a:xfrm>
              <a:off x="2239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54">
              <a:extLst>
                <a:ext uri="{FF2B5EF4-FFF2-40B4-BE49-F238E27FC236}">
                  <a16:creationId xmlns:a16="http://schemas.microsoft.com/office/drawing/2014/main" id="{EF938F0C-85E0-4F8C-96E5-C76D4ADA6F87}"/>
                </a:ext>
              </a:extLst>
            </p:cNvPr>
            <p:cNvCxnSpPr/>
            <p:nvPr userDrawn="1"/>
          </p:nvCxnSpPr>
          <p:spPr>
            <a:xfrm>
              <a:off x="2419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55">
              <a:extLst>
                <a:ext uri="{FF2B5EF4-FFF2-40B4-BE49-F238E27FC236}">
                  <a16:creationId xmlns:a16="http://schemas.microsoft.com/office/drawing/2014/main" id="{5021DF1C-123F-449C-9299-CC4869A95FB3}"/>
                </a:ext>
              </a:extLst>
            </p:cNvPr>
            <p:cNvCxnSpPr/>
            <p:nvPr userDrawn="1"/>
          </p:nvCxnSpPr>
          <p:spPr>
            <a:xfrm>
              <a:off x="2419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57">
              <a:extLst>
                <a:ext uri="{FF2B5EF4-FFF2-40B4-BE49-F238E27FC236}">
                  <a16:creationId xmlns:a16="http://schemas.microsoft.com/office/drawing/2014/main" id="{FF2E8183-C487-4406-8220-0713AA070CE1}"/>
                </a:ext>
              </a:extLst>
            </p:cNvPr>
            <p:cNvCxnSpPr/>
            <p:nvPr userDrawn="1"/>
          </p:nvCxnSpPr>
          <p:spPr>
            <a:xfrm>
              <a:off x="31781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 Verbindung 58">
              <a:extLst>
                <a:ext uri="{FF2B5EF4-FFF2-40B4-BE49-F238E27FC236}">
                  <a16:creationId xmlns:a16="http://schemas.microsoft.com/office/drawing/2014/main" id="{9BA794A9-5335-44A2-9352-A46BC3154597}"/>
                </a:ext>
              </a:extLst>
            </p:cNvPr>
            <p:cNvCxnSpPr/>
            <p:nvPr userDrawn="1"/>
          </p:nvCxnSpPr>
          <p:spPr>
            <a:xfrm>
              <a:off x="31781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60">
              <a:extLst>
                <a:ext uri="{FF2B5EF4-FFF2-40B4-BE49-F238E27FC236}">
                  <a16:creationId xmlns:a16="http://schemas.microsoft.com/office/drawing/2014/main" id="{3B7538EE-EDC1-4C4B-8293-82D92696FFAF}"/>
                </a:ext>
              </a:extLst>
            </p:cNvPr>
            <p:cNvCxnSpPr/>
            <p:nvPr userDrawn="1"/>
          </p:nvCxnSpPr>
          <p:spPr>
            <a:xfrm>
              <a:off x="335915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61">
              <a:extLst>
                <a:ext uri="{FF2B5EF4-FFF2-40B4-BE49-F238E27FC236}">
                  <a16:creationId xmlns:a16="http://schemas.microsoft.com/office/drawing/2014/main" id="{09D0298B-BF52-4871-B16B-C7E44CF93776}"/>
                </a:ext>
              </a:extLst>
            </p:cNvPr>
            <p:cNvCxnSpPr/>
            <p:nvPr userDrawn="1"/>
          </p:nvCxnSpPr>
          <p:spPr>
            <a:xfrm>
              <a:off x="335915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63">
              <a:extLst>
                <a:ext uri="{FF2B5EF4-FFF2-40B4-BE49-F238E27FC236}">
                  <a16:creationId xmlns:a16="http://schemas.microsoft.com/office/drawing/2014/main" id="{CC69E2A9-D6DD-44AC-9C39-8A5CB1637324}"/>
                </a:ext>
              </a:extLst>
            </p:cNvPr>
            <p:cNvCxnSpPr/>
            <p:nvPr userDrawn="1"/>
          </p:nvCxnSpPr>
          <p:spPr>
            <a:xfrm>
              <a:off x="41148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64">
              <a:extLst>
                <a:ext uri="{FF2B5EF4-FFF2-40B4-BE49-F238E27FC236}">
                  <a16:creationId xmlns:a16="http://schemas.microsoft.com/office/drawing/2014/main" id="{9A50B785-85B0-49D7-A557-C1CCEE41465D}"/>
                </a:ext>
              </a:extLst>
            </p:cNvPr>
            <p:cNvCxnSpPr/>
            <p:nvPr userDrawn="1"/>
          </p:nvCxnSpPr>
          <p:spPr>
            <a:xfrm>
              <a:off x="41148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66">
              <a:extLst>
                <a:ext uri="{FF2B5EF4-FFF2-40B4-BE49-F238E27FC236}">
                  <a16:creationId xmlns:a16="http://schemas.microsoft.com/office/drawing/2014/main" id="{5ED8BECE-8D2B-47F0-8F73-D5685D59E2C6}"/>
                </a:ext>
              </a:extLst>
            </p:cNvPr>
            <p:cNvCxnSpPr/>
            <p:nvPr userDrawn="1"/>
          </p:nvCxnSpPr>
          <p:spPr>
            <a:xfrm>
              <a:off x="42957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 Verbindung 67">
              <a:extLst>
                <a:ext uri="{FF2B5EF4-FFF2-40B4-BE49-F238E27FC236}">
                  <a16:creationId xmlns:a16="http://schemas.microsoft.com/office/drawing/2014/main" id="{16717229-1AC8-40EF-B617-C15F28F5707A}"/>
                </a:ext>
              </a:extLst>
            </p:cNvPr>
            <p:cNvCxnSpPr/>
            <p:nvPr userDrawn="1"/>
          </p:nvCxnSpPr>
          <p:spPr>
            <a:xfrm>
              <a:off x="42957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69">
              <a:extLst>
                <a:ext uri="{FF2B5EF4-FFF2-40B4-BE49-F238E27FC236}">
                  <a16:creationId xmlns:a16="http://schemas.microsoft.com/office/drawing/2014/main" id="{649C8FF4-BB77-433B-B62A-BC2883677B8A}"/>
                </a:ext>
              </a:extLst>
            </p:cNvPr>
            <p:cNvCxnSpPr/>
            <p:nvPr userDrawn="1"/>
          </p:nvCxnSpPr>
          <p:spPr>
            <a:xfrm>
              <a:off x="5054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70">
              <a:extLst>
                <a:ext uri="{FF2B5EF4-FFF2-40B4-BE49-F238E27FC236}">
                  <a16:creationId xmlns:a16="http://schemas.microsoft.com/office/drawing/2014/main" id="{FFB8DF0A-45CE-4A09-8EE8-08E1D2B637A7}"/>
                </a:ext>
              </a:extLst>
            </p:cNvPr>
            <p:cNvCxnSpPr/>
            <p:nvPr userDrawn="1"/>
          </p:nvCxnSpPr>
          <p:spPr>
            <a:xfrm>
              <a:off x="5054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72">
              <a:extLst>
                <a:ext uri="{FF2B5EF4-FFF2-40B4-BE49-F238E27FC236}">
                  <a16:creationId xmlns:a16="http://schemas.microsoft.com/office/drawing/2014/main" id="{47C152F1-3453-4AF5-B4A9-6B3A2FBF38D7}"/>
                </a:ext>
              </a:extLst>
            </p:cNvPr>
            <p:cNvCxnSpPr/>
            <p:nvPr userDrawn="1"/>
          </p:nvCxnSpPr>
          <p:spPr>
            <a:xfrm>
              <a:off x="52355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73">
              <a:extLst>
                <a:ext uri="{FF2B5EF4-FFF2-40B4-BE49-F238E27FC236}">
                  <a16:creationId xmlns:a16="http://schemas.microsoft.com/office/drawing/2014/main" id="{F44E728D-41AC-46BF-AA01-9A3E7D3634E0}"/>
                </a:ext>
              </a:extLst>
            </p:cNvPr>
            <p:cNvCxnSpPr/>
            <p:nvPr userDrawn="1"/>
          </p:nvCxnSpPr>
          <p:spPr>
            <a:xfrm>
              <a:off x="52355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 Verbindung 75">
              <a:extLst>
                <a:ext uri="{FF2B5EF4-FFF2-40B4-BE49-F238E27FC236}">
                  <a16:creationId xmlns:a16="http://schemas.microsoft.com/office/drawing/2014/main" id="{42EA3322-49A4-41D9-A9F4-2D1CDA2B9893}"/>
                </a:ext>
              </a:extLst>
            </p:cNvPr>
            <p:cNvCxnSpPr/>
            <p:nvPr userDrawn="1"/>
          </p:nvCxnSpPr>
          <p:spPr>
            <a:xfrm>
              <a:off x="59944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76">
              <a:extLst>
                <a:ext uri="{FF2B5EF4-FFF2-40B4-BE49-F238E27FC236}">
                  <a16:creationId xmlns:a16="http://schemas.microsoft.com/office/drawing/2014/main" id="{5583F9E5-85F6-46E0-9AC9-E2E6F9DBBB82}"/>
                </a:ext>
              </a:extLst>
            </p:cNvPr>
            <p:cNvCxnSpPr/>
            <p:nvPr userDrawn="1"/>
          </p:nvCxnSpPr>
          <p:spPr>
            <a:xfrm>
              <a:off x="59944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 Verbindung 78">
              <a:extLst>
                <a:ext uri="{FF2B5EF4-FFF2-40B4-BE49-F238E27FC236}">
                  <a16:creationId xmlns:a16="http://schemas.microsoft.com/office/drawing/2014/main" id="{D3278E3D-27B0-4D12-8CA4-5447938671BF}"/>
                </a:ext>
              </a:extLst>
            </p:cNvPr>
            <p:cNvCxnSpPr/>
            <p:nvPr userDrawn="1"/>
          </p:nvCxnSpPr>
          <p:spPr>
            <a:xfrm>
              <a:off x="61753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 Verbindung 79">
              <a:extLst>
                <a:ext uri="{FF2B5EF4-FFF2-40B4-BE49-F238E27FC236}">
                  <a16:creationId xmlns:a16="http://schemas.microsoft.com/office/drawing/2014/main" id="{FC5A0A42-E0CF-4330-B8DC-AB1DD0EE9B10}"/>
                </a:ext>
              </a:extLst>
            </p:cNvPr>
            <p:cNvCxnSpPr/>
            <p:nvPr userDrawn="1"/>
          </p:nvCxnSpPr>
          <p:spPr>
            <a:xfrm>
              <a:off x="61753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 Verbindung 81">
              <a:extLst>
                <a:ext uri="{FF2B5EF4-FFF2-40B4-BE49-F238E27FC236}">
                  <a16:creationId xmlns:a16="http://schemas.microsoft.com/office/drawing/2014/main" id="{40CF86C5-4808-4064-B84F-CBEF9CB27EB1}"/>
                </a:ext>
              </a:extLst>
            </p:cNvPr>
            <p:cNvCxnSpPr/>
            <p:nvPr userDrawn="1"/>
          </p:nvCxnSpPr>
          <p:spPr>
            <a:xfrm>
              <a:off x="6934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82">
              <a:extLst>
                <a:ext uri="{FF2B5EF4-FFF2-40B4-BE49-F238E27FC236}">
                  <a16:creationId xmlns:a16="http://schemas.microsoft.com/office/drawing/2014/main" id="{A7AEA581-FF31-4D5E-939C-C708600BE27E}"/>
                </a:ext>
              </a:extLst>
            </p:cNvPr>
            <p:cNvCxnSpPr/>
            <p:nvPr userDrawn="1"/>
          </p:nvCxnSpPr>
          <p:spPr>
            <a:xfrm>
              <a:off x="6934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84">
              <a:extLst>
                <a:ext uri="{FF2B5EF4-FFF2-40B4-BE49-F238E27FC236}">
                  <a16:creationId xmlns:a16="http://schemas.microsoft.com/office/drawing/2014/main" id="{AA38A6FD-81CD-4A99-9F0B-49E7FA09F07C}"/>
                </a:ext>
              </a:extLst>
            </p:cNvPr>
            <p:cNvCxnSpPr/>
            <p:nvPr userDrawn="1"/>
          </p:nvCxnSpPr>
          <p:spPr>
            <a:xfrm>
              <a:off x="7114826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85">
              <a:extLst>
                <a:ext uri="{FF2B5EF4-FFF2-40B4-BE49-F238E27FC236}">
                  <a16:creationId xmlns:a16="http://schemas.microsoft.com/office/drawing/2014/main" id="{BE46A269-5108-4684-9EE5-305BE5872874}"/>
                </a:ext>
              </a:extLst>
            </p:cNvPr>
            <p:cNvCxnSpPr/>
            <p:nvPr userDrawn="1"/>
          </p:nvCxnSpPr>
          <p:spPr>
            <a:xfrm>
              <a:off x="7114826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87">
              <a:extLst>
                <a:ext uri="{FF2B5EF4-FFF2-40B4-BE49-F238E27FC236}">
                  <a16:creationId xmlns:a16="http://schemas.microsoft.com/office/drawing/2014/main" id="{3FE94714-A679-4EEE-9AE4-B4BAAE085CF6}"/>
                </a:ext>
              </a:extLst>
            </p:cNvPr>
            <p:cNvCxnSpPr/>
            <p:nvPr userDrawn="1"/>
          </p:nvCxnSpPr>
          <p:spPr>
            <a:xfrm>
              <a:off x="78740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88">
              <a:extLst>
                <a:ext uri="{FF2B5EF4-FFF2-40B4-BE49-F238E27FC236}">
                  <a16:creationId xmlns:a16="http://schemas.microsoft.com/office/drawing/2014/main" id="{A3C764CA-0081-4E3E-B612-81AE48E38457}"/>
                </a:ext>
              </a:extLst>
            </p:cNvPr>
            <p:cNvCxnSpPr/>
            <p:nvPr userDrawn="1"/>
          </p:nvCxnSpPr>
          <p:spPr>
            <a:xfrm>
              <a:off x="78740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90">
              <a:extLst>
                <a:ext uri="{FF2B5EF4-FFF2-40B4-BE49-F238E27FC236}">
                  <a16:creationId xmlns:a16="http://schemas.microsoft.com/office/drawing/2014/main" id="{1BF3C449-FD97-41A5-9689-A6BC7F1B197F}"/>
                </a:ext>
              </a:extLst>
            </p:cNvPr>
            <p:cNvCxnSpPr/>
            <p:nvPr userDrawn="1"/>
          </p:nvCxnSpPr>
          <p:spPr>
            <a:xfrm>
              <a:off x="80549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91">
              <a:extLst>
                <a:ext uri="{FF2B5EF4-FFF2-40B4-BE49-F238E27FC236}">
                  <a16:creationId xmlns:a16="http://schemas.microsoft.com/office/drawing/2014/main" id="{91FD4557-8E9E-4FB5-A42C-158CE6E2EB22}"/>
                </a:ext>
              </a:extLst>
            </p:cNvPr>
            <p:cNvCxnSpPr/>
            <p:nvPr userDrawn="1"/>
          </p:nvCxnSpPr>
          <p:spPr>
            <a:xfrm>
              <a:off x="80549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93">
              <a:extLst>
                <a:ext uri="{FF2B5EF4-FFF2-40B4-BE49-F238E27FC236}">
                  <a16:creationId xmlns:a16="http://schemas.microsoft.com/office/drawing/2014/main" id="{582A2C32-4D58-45BA-8473-121B3E9F668E}"/>
                </a:ext>
              </a:extLst>
            </p:cNvPr>
            <p:cNvCxnSpPr/>
            <p:nvPr userDrawn="1"/>
          </p:nvCxnSpPr>
          <p:spPr>
            <a:xfrm>
              <a:off x="88138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94">
              <a:extLst>
                <a:ext uri="{FF2B5EF4-FFF2-40B4-BE49-F238E27FC236}">
                  <a16:creationId xmlns:a16="http://schemas.microsoft.com/office/drawing/2014/main" id="{74EB25C2-3062-4F6D-80BC-EE6156457E73}"/>
                </a:ext>
              </a:extLst>
            </p:cNvPr>
            <p:cNvCxnSpPr/>
            <p:nvPr userDrawn="1"/>
          </p:nvCxnSpPr>
          <p:spPr>
            <a:xfrm>
              <a:off x="88138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96">
              <a:extLst>
                <a:ext uri="{FF2B5EF4-FFF2-40B4-BE49-F238E27FC236}">
                  <a16:creationId xmlns:a16="http://schemas.microsoft.com/office/drawing/2014/main" id="{4B9F92EE-4390-433E-AB4C-596238B07320}"/>
                </a:ext>
              </a:extLst>
            </p:cNvPr>
            <p:cNvCxnSpPr/>
            <p:nvPr userDrawn="1"/>
          </p:nvCxnSpPr>
          <p:spPr>
            <a:xfrm>
              <a:off x="89947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97">
              <a:extLst>
                <a:ext uri="{FF2B5EF4-FFF2-40B4-BE49-F238E27FC236}">
                  <a16:creationId xmlns:a16="http://schemas.microsoft.com/office/drawing/2014/main" id="{EAFB0A32-7453-4CEF-ACAB-F374091019F0}"/>
                </a:ext>
              </a:extLst>
            </p:cNvPr>
            <p:cNvCxnSpPr/>
            <p:nvPr userDrawn="1"/>
          </p:nvCxnSpPr>
          <p:spPr>
            <a:xfrm>
              <a:off x="89947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 Verbindung 99">
              <a:extLst>
                <a:ext uri="{FF2B5EF4-FFF2-40B4-BE49-F238E27FC236}">
                  <a16:creationId xmlns:a16="http://schemas.microsoft.com/office/drawing/2014/main" id="{3BC74E13-125F-425A-A5B4-74E010AB8637}"/>
                </a:ext>
              </a:extLst>
            </p:cNvPr>
            <p:cNvCxnSpPr/>
            <p:nvPr userDrawn="1"/>
          </p:nvCxnSpPr>
          <p:spPr>
            <a:xfrm>
              <a:off x="9751003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100">
              <a:extLst>
                <a:ext uri="{FF2B5EF4-FFF2-40B4-BE49-F238E27FC236}">
                  <a16:creationId xmlns:a16="http://schemas.microsoft.com/office/drawing/2014/main" id="{6C3C906C-664B-4C7C-AEC6-7F9305CF3699}"/>
                </a:ext>
              </a:extLst>
            </p:cNvPr>
            <p:cNvCxnSpPr/>
            <p:nvPr userDrawn="1"/>
          </p:nvCxnSpPr>
          <p:spPr>
            <a:xfrm>
              <a:off x="9751003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102">
              <a:extLst>
                <a:ext uri="{FF2B5EF4-FFF2-40B4-BE49-F238E27FC236}">
                  <a16:creationId xmlns:a16="http://schemas.microsoft.com/office/drawing/2014/main" id="{25813290-AD47-426C-89B8-CF97FC131227}"/>
                </a:ext>
              </a:extLst>
            </p:cNvPr>
            <p:cNvCxnSpPr/>
            <p:nvPr userDrawn="1"/>
          </p:nvCxnSpPr>
          <p:spPr>
            <a:xfrm>
              <a:off x="99282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103">
              <a:extLst>
                <a:ext uri="{FF2B5EF4-FFF2-40B4-BE49-F238E27FC236}">
                  <a16:creationId xmlns:a16="http://schemas.microsoft.com/office/drawing/2014/main" id="{CB1A949D-3EFE-4F15-9889-0D96B00D65BF}"/>
                </a:ext>
              </a:extLst>
            </p:cNvPr>
            <p:cNvCxnSpPr/>
            <p:nvPr userDrawn="1"/>
          </p:nvCxnSpPr>
          <p:spPr>
            <a:xfrm>
              <a:off x="99282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105">
              <a:extLst>
                <a:ext uri="{FF2B5EF4-FFF2-40B4-BE49-F238E27FC236}">
                  <a16:creationId xmlns:a16="http://schemas.microsoft.com/office/drawing/2014/main" id="{9717171A-62BA-4752-8D28-624601388654}"/>
                </a:ext>
              </a:extLst>
            </p:cNvPr>
            <p:cNvCxnSpPr/>
            <p:nvPr userDrawn="1"/>
          </p:nvCxnSpPr>
          <p:spPr>
            <a:xfrm>
              <a:off x="106902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 Verbindung 106">
              <a:extLst>
                <a:ext uri="{FF2B5EF4-FFF2-40B4-BE49-F238E27FC236}">
                  <a16:creationId xmlns:a16="http://schemas.microsoft.com/office/drawing/2014/main" id="{6459ADD6-42B0-4C43-9015-08A990182379}"/>
                </a:ext>
              </a:extLst>
            </p:cNvPr>
            <p:cNvCxnSpPr/>
            <p:nvPr userDrawn="1"/>
          </p:nvCxnSpPr>
          <p:spPr>
            <a:xfrm>
              <a:off x="106902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 Verbindung 108">
              <a:extLst>
                <a:ext uri="{FF2B5EF4-FFF2-40B4-BE49-F238E27FC236}">
                  <a16:creationId xmlns:a16="http://schemas.microsoft.com/office/drawing/2014/main" id="{0B6ABFAF-52C9-41B6-967D-352EAE314590}"/>
                </a:ext>
              </a:extLst>
            </p:cNvPr>
            <p:cNvCxnSpPr/>
            <p:nvPr userDrawn="1"/>
          </p:nvCxnSpPr>
          <p:spPr>
            <a:xfrm>
              <a:off x="108680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 Verbindung 109">
              <a:extLst>
                <a:ext uri="{FF2B5EF4-FFF2-40B4-BE49-F238E27FC236}">
                  <a16:creationId xmlns:a16="http://schemas.microsoft.com/office/drawing/2014/main" id="{9FEC4BAC-3680-461C-8B3C-24B845D8C3C4}"/>
                </a:ext>
              </a:extLst>
            </p:cNvPr>
            <p:cNvCxnSpPr/>
            <p:nvPr userDrawn="1"/>
          </p:nvCxnSpPr>
          <p:spPr>
            <a:xfrm>
              <a:off x="108680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 Verbindung 111">
              <a:extLst>
                <a:ext uri="{FF2B5EF4-FFF2-40B4-BE49-F238E27FC236}">
                  <a16:creationId xmlns:a16="http://schemas.microsoft.com/office/drawing/2014/main" id="{FA168A75-8036-4535-8F66-4A3350477E81}"/>
                </a:ext>
              </a:extLst>
            </p:cNvPr>
            <p:cNvCxnSpPr/>
            <p:nvPr userDrawn="1"/>
          </p:nvCxnSpPr>
          <p:spPr>
            <a:xfrm>
              <a:off x="11628438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 Verbindung 112">
              <a:extLst>
                <a:ext uri="{FF2B5EF4-FFF2-40B4-BE49-F238E27FC236}">
                  <a16:creationId xmlns:a16="http://schemas.microsoft.com/office/drawing/2014/main" id="{A18C4E76-6CA5-43C5-8FA5-221B24637625}"/>
                </a:ext>
              </a:extLst>
            </p:cNvPr>
            <p:cNvCxnSpPr/>
            <p:nvPr userDrawn="1"/>
          </p:nvCxnSpPr>
          <p:spPr>
            <a:xfrm>
              <a:off x="11628438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 Verbindung 114">
              <a:extLst>
                <a:ext uri="{FF2B5EF4-FFF2-40B4-BE49-F238E27FC236}">
                  <a16:creationId xmlns:a16="http://schemas.microsoft.com/office/drawing/2014/main" id="{9CCF6106-20E5-4896-99A3-B7C1E3AFF423}"/>
                </a:ext>
              </a:extLst>
            </p:cNvPr>
            <p:cNvCxnSpPr/>
            <p:nvPr userDrawn="1"/>
          </p:nvCxnSpPr>
          <p:spPr>
            <a:xfrm rot="5400000">
              <a:off x="-360000" y="151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116">
              <a:extLst>
                <a:ext uri="{FF2B5EF4-FFF2-40B4-BE49-F238E27FC236}">
                  <a16:creationId xmlns:a16="http://schemas.microsoft.com/office/drawing/2014/main" id="{6F614B0B-535C-4FC2-9A91-3FA11CBF19E6}"/>
                </a:ext>
              </a:extLst>
            </p:cNvPr>
            <p:cNvCxnSpPr/>
            <p:nvPr userDrawn="1"/>
          </p:nvCxnSpPr>
          <p:spPr>
            <a:xfrm rot="5400000">
              <a:off x="-360000" y="6084838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 Verbindung 117">
              <a:extLst>
                <a:ext uri="{FF2B5EF4-FFF2-40B4-BE49-F238E27FC236}">
                  <a16:creationId xmlns:a16="http://schemas.microsoft.com/office/drawing/2014/main" id="{DF4C6D78-47DF-495C-8E3A-EB631F5F2D0D}"/>
                </a:ext>
              </a:extLst>
            </p:cNvPr>
            <p:cNvCxnSpPr/>
            <p:nvPr userDrawn="1"/>
          </p:nvCxnSpPr>
          <p:spPr>
            <a:xfrm rot="5400000">
              <a:off x="12423600" y="151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 Verbindung 118">
              <a:extLst>
                <a:ext uri="{FF2B5EF4-FFF2-40B4-BE49-F238E27FC236}">
                  <a16:creationId xmlns:a16="http://schemas.microsoft.com/office/drawing/2014/main" id="{4E9D06F9-8CA0-406C-9338-B32AF4F38C5B}"/>
                </a:ext>
              </a:extLst>
            </p:cNvPr>
            <p:cNvCxnSpPr/>
            <p:nvPr userDrawn="1"/>
          </p:nvCxnSpPr>
          <p:spPr>
            <a:xfrm rot="5400000">
              <a:off x="12423600" y="6084838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3" name="Siemens Healthineers logo">
            <a:extLst>
              <a:ext uri="{FF2B5EF4-FFF2-40B4-BE49-F238E27FC236}">
                <a16:creationId xmlns:a16="http://schemas.microsoft.com/office/drawing/2014/main" id="{2E7414E2-6AC0-4D81-972E-9CF172806A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4504" y="281267"/>
            <a:ext cx="1450797" cy="345884"/>
          </a:xfrm>
          <a:prstGeom prst="rect">
            <a:avLst/>
          </a:prstGeom>
        </p:spPr>
      </p:pic>
      <p:sp>
        <p:nvSpPr>
          <p:cNvPr id="61" name="TextBox 5">
            <a:extLst>
              <a:ext uri="{FF2B5EF4-FFF2-40B4-BE49-F238E27FC236}">
                <a16:creationId xmlns:a16="http://schemas.microsoft.com/office/drawing/2014/main" id="{5CB9023E-A62F-4166-A814-CA2B27CCD1F2}"/>
              </a:ext>
            </a:extLst>
          </p:cNvPr>
          <p:cNvSpPr txBox="1"/>
          <p:nvPr userDrawn="1"/>
        </p:nvSpPr>
        <p:spPr>
          <a:xfrm>
            <a:off x="11347637" y="6349996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0040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icture">
    <p:bg bwMode="lt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hite cover"/>
          <p:cNvSpPr/>
          <p:nvPr userDrawn="1"/>
        </p:nvSpPr>
        <p:spPr bwMode="white">
          <a:xfrm>
            <a:off x="6934200" y="0"/>
            <a:ext cx="205923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ootnote">
            <a:extLst>
              <a:ext uri="{FF2B5EF4-FFF2-40B4-BE49-F238E27FC236}">
                <a16:creationId xmlns:a16="http://schemas.microsoft.com/office/drawing/2014/main" id="{4D8785A4-C6E6-43A1-9BA1-402D04E7BADC}"/>
              </a:ext>
            </a:extLst>
          </p:cNvPr>
          <p:cNvSpPr txBox="1"/>
          <p:nvPr userDrawn="1"/>
        </p:nvSpPr>
        <p:spPr>
          <a:xfrm>
            <a:off x="540000" y="6372559"/>
            <a:ext cx="2636337" cy="324000"/>
          </a:xfrm>
          <a:prstGeom prst="rect">
            <a:avLst/>
          </a:prstGeom>
          <a:noFill/>
        </p:spPr>
        <p:txBody>
          <a:bodyPr wrap="square" lIns="0" tIns="0" r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bg1"/>
                </a:solidFill>
              </a:rPr>
              <a:t>Click to add footnote</a:t>
            </a:r>
            <a:br>
              <a:rPr lang="en-US" sz="1000">
                <a:solidFill>
                  <a:schemeClr val="bg1"/>
                </a:solidFill>
              </a:rPr>
            </a:br>
            <a:r>
              <a:rPr lang="en-US" sz="1000">
                <a:solidFill>
                  <a:schemeClr val="bg1"/>
                </a:solidFill>
              </a:rPr>
              <a:t>second line</a:t>
            </a:r>
          </a:p>
        </p:txBody>
      </p:sp>
      <p:sp>
        <p:nvSpPr>
          <p:cNvPr id="12" name="Author"/>
          <p:cNvSpPr>
            <a:spLocks noGrp="1"/>
          </p:cNvSpPr>
          <p:nvPr>
            <p:ph type="ftr" sz="quarter" idx="3"/>
          </p:nvPr>
        </p:nvSpPr>
        <p:spPr>
          <a:xfrm>
            <a:off x="8054975" y="6340471"/>
            <a:ext cx="3259452" cy="144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11" name="Siemens Healthineers logo">
            <a:extLst>
              <a:ext uri="{FF2B5EF4-FFF2-40B4-BE49-F238E27FC236}">
                <a16:creationId xmlns:a16="http://schemas.microsoft.com/office/drawing/2014/main" id="{F2A95EF1-1926-47A8-A827-99B1C6C611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7245B0-2A34-4E93-8EFF-DD735993B24D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431C5C-CB1C-FEE4-7396-C8C044A5BC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2775" y="2334410"/>
            <a:ext cx="4114800" cy="2602800"/>
          </a:xfrm>
        </p:spPr>
        <p:txBody>
          <a:bodyPr/>
          <a:lstStyle>
            <a:lvl1pPr>
              <a:defRPr sz="5200"/>
            </a:lvl1pPr>
          </a:lstStyle>
          <a:p>
            <a:r>
              <a:rPr lang="en-US"/>
              <a:t>Headline </a:t>
            </a:r>
            <a:br>
              <a:rPr lang="en-US"/>
            </a:br>
            <a:r>
              <a:rPr lang="en-US"/>
              <a:t>Calibri Bold</a:t>
            </a:r>
          </a:p>
        </p:txBody>
      </p:sp>
    </p:spTree>
    <p:extLst>
      <p:ext uri="{BB962C8B-B14F-4D97-AF65-F5344CB8AC3E}">
        <p14:creationId xmlns:p14="http://schemas.microsoft.com/office/powerpoint/2010/main" val="3780138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icture (cut-out 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934200" cy="6858000"/>
          </a:xfrm>
        </p:spPr>
        <p:txBody>
          <a:bodyPr lIns="180000" tIns="180000" rIns="180000" bIns="180000"/>
          <a:lstStyle>
            <a:lvl1pPr>
              <a:defRPr/>
            </a:lvl1pPr>
          </a:lstStyle>
          <a:p>
            <a:r>
              <a:rPr lang="de-DE"/>
              <a:t>Add a product picture</a:t>
            </a:r>
          </a:p>
        </p:txBody>
      </p:sp>
      <p:sp>
        <p:nvSpPr>
          <p:cNvPr id="2" name="Product tag"/>
          <p:cNvSpPr>
            <a:spLocks noGrp="1"/>
          </p:cNvSpPr>
          <p:nvPr>
            <p:ph type="ctrTitle" hasCustomPrompt="1"/>
          </p:nvPr>
        </p:nvSpPr>
        <p:spPr>
          <a:xfrm>
            <a:off x="7125500" y="1623600"/>
            <a:ext cx="4502938" cy="1224000"/>
          </a:xfrm>
        </p:spPr>
        <p:txBody>
          <a:bodyPr lIns="0" tIns="0" rIns="0" bIns="0" anchor="b" anchorCtr="0">
            <a:noAutofit/>
          </a:bodyPr>
          <a:lstStyle>
            <a:lvl1pPr algn="l"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ETIAM sit </a:t>
            </a:r>
            <a:r>
              <a:rPr lang="en-US" err="1"/>
              <a:t>atmet</a:t>
            </a:r>
            <a:endParaRPr lang="en-US" noProof="0"/>
          </a:p>
        </p:txBody>
      </p:sp>
      <p:sp>
        <p:nvSpPr>
          <p:cNvPr id="3" name="Headline"/>
          <p:cNvSpPr>
            <a:spLocks noGrp="1"/>
          </p:cNvSpPr>
          <p:nvPr>
            <p:ph type="subTitle" idx="1" hasCustomPrompt="1"/>
          </p:nvPr>
        </p:nvSpPr>
        <p:spPr>
          <a:xfrm>
            <a:off x="7125500" y="3009329"/>
            <a:ext cx="4503600" cy="1661315"/>
          </a:xfr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200" b="1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Headline </a:t>
            </a:r>
            <a:br>
              <a:rPr lang="en-US"/>
            </a:br>
            <a:r>
              <a:rPr lang="en-US"/>
              <a:t>Calibri Bold</a:t>
            </a:r>
          </a:p>
        </p:txBody>
      </p:sp>
      <p:sp>
        <p:nvSpPr>
          <p:cNvPr id="9" name="Footnote">
            <a:extLst>
              <a:ext uri="{FF2B5EF4-FFF2-40B4-BE49-F238E27FC236}">
                <a16:creationId xmlns:a16="http://schemas.microsoft.com/office/drawing/2014/main" id="{63A13AEC-6E96-4994-BA26-3AFB5FCFE509}"/>
              </a:ext>
            </a:extLst>
          </p:cNvPr>
          <p:cNvSpPr txBox="1"/>
          <p:nvPr userDrawn="1"/>
        </p:nvSpPr>
        <p:spPr>
          <a:xfrm>
            <a:off x="540000" y="6372559"/>
            <a:ext cx="2636337" cy="324000"/>
          </a:xfrm>
          <a:prstGeom prst="rect">
            <a:avLst/>
          </a:prstGeom>
          <a:noFill/>
        </p:spPr>
        <p:txBody>
          <a:bodyPr wrap="square" lIns="0" tIns="0" r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bg1"/>
                </a:solidFill>
              </a:rPr>
              <a:t>Click to add footnote</a:t>
            </a:r>
            <a:br>
              <a:rPr lang="en-US" sz="1000">
                <a:solidFill>
                  <a:schemeClr val="bg1"/>
                </a:solidFill>
              </a:rPr>
            </a:br>
            <a:r>
              <a:rPr lang="en-US" sz="1000">
                <a:solidFill>
                  <a:schemeClr val="bg1"/>
                </a:solidFill>
              </a:rPr>
              <a:t>second line</a:t>
            </a:r>
          </a:p>
        </p:txBody>
      </p:sp>
      <p:sp>
        <p:nvSpPr>
          <p:cNvPr id="12" name="Author"/>
          <p:cNvSpPr>
            <a:spLocks noGrp="1"/>
          </p:cNvSpPr>
          <p:nvPr>
            <p:ph type="ftr" sz="quarter" idx="3"/>
          </p:nvPr>
        </p:nvSpPr>
        <p:spPr>
          <a:xfrm>
            <a:off x="8054975" y="6340471"/>
            <a:ext cx="3259452" cy="144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15" name="Siemens Healthineers logo">
            <a:extLst>
              <a:ext uri="{FF2B5EF4-FFF2-40B4-BE49-F238E27FC236}">
                <a16:creationId xmlns:a16="http://schemas.microsoft.com/office/drawing/2014/main" id="{71639FCE-B405-406F-AB7D-EA609CD234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7F37326A-B34D-4767-9015-ACB626F5584E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320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/Table of 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eadline"/>
          <p:cNvSpPr>
            <a:spLocks noGrp="1"/>
          </p:cNvSpPr>
          <p:nvPr>
            <p:ph type="title" hasCustomPrompt="1"/>
          </p:nvPr>
        </p:nvSpPr>
        <p:spPr>
          <a:xfrm>
            <a:off x="540000" y="219599"/>
            <a:ext cx="9210425" cy="83291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Table of Contents</a:t>
            </a:r>
            <a:br>
              <a:rPr lang="en-US"/>
            </a:br>
            <a:r>
              <a:rPr lang="en-US"/>
              <a:t>Title Calibri Bold 28 </a:t>
            </a:r>
            <a:r>
              <a:rPr lang="en-US" err="1"/>
              <a:t>pt</a:t>
            </a:r>
            <a:endParaRPr lang="en-US" noProof="0"/>
          </a:p>
        </p:txBody>
      </p:sp>
      <p:sp>
        <p:nvSpPr>
          <p:cNvPr id="23" name="Content"/>
          <p:cNvSpPr>
            <a:spLocks noGrp="1"/>
          </p:cNvSpPr>
          <p:nvPr>
            <p:ph type="body" sz="quarter" idx="16" hasCustomPrompt="1"/>
          </p:nvPr>
        </p:nvSpPr>
        <p:spPr>
          <a:xfrm>
            <a:off x="540000" y="1623600"/>
            <a:ext cx="4512060" cy="4570825"/>
          </a:xfrm>
        </p:spPr>
        <p:txBody>
          <a:bodyPr/>
          <a:lstStyle>
            <a:lvl1pPr marL="216000" indent="-216000">
              <a:spcBef>
                <a:spcPts val="9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4510088" algn="r"/>
              </a:tabLst>
              <a:defRPr lang="en-US" sz="1800" b="1" kern="1200" noProof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216000" indent="0">
              <a:buFont typeface="Arial" panose="020B0604020202020204" pitchFamily="34" charset="0"/>
              <a:buNone/>
              <a:tabLst>
                <a:tab pos="4510088" algn="r"/>
              </a:tabLst>
              <a:defRPr b="0">
                <a:solidFill>
                  <a:schemeClr val="tx1"/>
                </a:solidFill>
              </a:defRPr>
            </a:lvl2pPr>
            <a:lvl3pPr marL="432000" indent="-216000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10088" algn="r"/>
              </a:tabLst>
              <a:defRPr/>
            </a:lvl3pPr>
            <a:lvl4pPr>
              <a:defRPr/>
            </a:lvl4pPr>
          </a:lstStyle>
          <a:p>
            <a:pPr lvl="0"/>
            <a:r>
              <a:rPr lang="en-US" noProof="0"/>
              <a:t>Text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0"/>
            <a:r>
              <a:rPr lang="en-US" noProof="0"/>
              <a:t>Text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3" name="Picture placeholder"/>
          <p:cNvSpPr>
            <a:spLocks noGrp="1"/>
          </p:cNvSpPr>
          <p:nvPr>
            <p:ph type="pic" sz="quarter" idx="17" hasCustomPrompt="1"/>
          </p:nvPr>
        </p:nvSpPr>
        <p:spPr>
          <a:xfrm>
            <a:off x="6175376" y="1623600"/>
            <a:ext cx="4514850" cy="2538000"/>
          </a:xfrm>
        </p:spPr>
        <p:txBody>
          <a:bodyPr lIns="180000" tIns="180000" rIns="180000" bIns="180000"/>
          <a:lstStyle>
            <a:lvl1pPr>
              <a:defRPr b="1"/>
            </a:lvl1pPr>
          </a:lstStyle>
          <a:p>
            <a:r>
              <a:rPr lang="en-US" noProof="0"/>
              <a:t>Add a illustrative image</a:t>
            </a:r>
          </a:p>
        </p:txBody>
      </p:sp>
      <p:sp>
        <p:nvSpPr>
          <p:cNvPr id="19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2" name="Author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12" name="Siemens Healthineers logo">
            <a:extLst>
              <a:ext uri="{FF2B5EF4-FFF2-40B4-BE49-F238E27FC236}">
                <a16:creationId xmlns:a16="http://schemas.microsoft.com/office/drawing/2014/main" id="{5B079570-04AF-4229-A2FB-E49C0FA353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14290200-244B-4278-80B1-2F5BC9D36451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995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eadline"/>
          <p:cNvSpPr>
            <a:spLocks noGrp="1"/>
          </p:cNvSpPr>
          <p:nvPr>
            <p:ph type="title" hasCustomPrompt="1"/>
          </p:nvPr>
        </p:nvSpPr>
        <p:spPr>
          <a:xfrm>
            <a:off x="540000" y="219599"/>
            <a:ext cx="9210425" cy="832913"/>
          </a:xfrm>
        </p:spPr>
        <p:txBody>
          <a:bodyPr/>
          <a:lstStyle/>
          <a:p>
            <a:r>
              <a:rPr lang="en-US" noProof="0"/>
              <a:t>Title Calibri Bold 28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4" name="Content">
            <a:extLst>
              <a:ext uri="{FF2B5EF4-FFF2-40B4-BE49-F238E27FC236}">
                <a16:creationId xmlns:a16="http://schemas.microsoft.com/office/drawing/2014/main" id="{906B1CE5-AD7F-4EF1-A5A9-79DBBDA7E9C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39999" y="1623600"/>
            <a:ext cx="9212400" cy="457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9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2" name="Author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14" name="Siemens Healthineers logo">
            <a:extLst>
              <a:ext uri="{FF2B5EF4-FFF2-40B4-BE49-F238E27FC236}">
                <a16:creationId xmlns:a16="http://schemas.microsoft.com/office/drawing/2014/main" id="{432736EC-6501-42F7-8D77-527C9087F9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D0AB4910-D72D-4D2A-AA8C-D0CDFD05DACD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31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, Text and Pict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eadline"/>
          <p:cNvSpPr>
            <a:spLocks noGrp="1"/>
          </p:cNvSpPr>
          <p:nvPr>
            <p:ph type="title" hasCustomPrompt="1"/>
          </p:nvPr>
        </p:nvSpPr>
        <p:spPr>
          <a:xfrm>
            <a:off x="540000" y="219599"/>
            <a:ext cx="9210425" cy="832913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Title Calibri Bold 28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5" name="Content">
            <a:extLst>
              <a:ext uri="{FF2B5EF4-FFF2-40B4-BE49-F238E27FC236}">
                <a16:creationId xmlns:a16="http://schemas.microsoft.com/office/drawing/2014/main" id="{9C6F4BCA-FA11-41BC-899F-4225802B0BF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0000" y="1623600"/>
            <a:ext cx="4510800" cy="457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3" name="Picture placeholder"/>
          <p:cNvSpPr>
            <a:spLocks noGrp="1"/>
          </p:cNvSpPr>
          <p:nvPr>
            <p:ph type="pic" sz="quarter" idx="17" hasCustomPrompt="1"/>
          </p:nvPr>
        </p:nvSpPr>
        <p:spPr>
          <a:xfrm>
            <a:off x="6175375" y="1623600"/>
            <a:ext cx="5453063" cy="4572000"/>
          </a:xfrm>
        </p:spPr>
        <p:txBody>
          <a:bodyPr lIns="180000" tIns="180000" rIns="180000" bIns="180000"/>
          <a:lstStyle>
            <a:lvl1pPr>
              <a:defRPr b="1"/>
            </a:lvl1pPr>
          </a:lstStyle>
          <a:p>
            <a:r>
              <a:rPr lang="en-US" noProof="0"/>
              <a:t>Add a picture</a:t>
            </a:r>
          </a:p>
        </p:txBody>
      </p:sp>
      <p:sp>
        <p:nvSpPr>
          <p:cNvPr id="19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7" name="Author">
            <a:extLst>
              <a:ext uri="{FF2B5EF4-FFF2-40B4-BE49-F238E27FC236}">
                <a16:creationId xmlns:a16="http://schemas.microsoft.com/office/drawing/2014/main" id="{26CB829D-BCCA-4C81-9883-CB2EF6F5A81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Author | Department</a:t>
            </a:r>
          </a:p>
        </p:txBody>
      </p:sp>
      <p:pic>
        <p:nvPicPr>
          <p:cNvPr id="14" name="Siemens Healthineers logo">
            <a:extLst>
              <a:ext uri="{FF2B5EF4-FFF2-40B4-BE49-F238E27FC236}">
                <a16:creationId xmlns:a16="http://schemas.microsoft.com/office/drawing/2014/main" id="{0A0C2692-8EAB-494D-9DDD-3D6F2724AC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7A0B1002-B9E1-4BD1-87C1-830FEBC3ABC0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172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, Two Text Boxe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eadline"/>
          <p:cNvSpPr>
            <a:spLocks noGrp="1"/>
          </p:cNvSpPr>
          <p:nvPr>
            <p:ph type="title" hasCustomPrompt="1"/>
          </p:nvPr>
        </p:nvSpPr>
        <p:spPr>
          <a:xfrm>
            <a:off x="540000" y="219599"/>
            <a:ext cx="9210425" cy="832913"/>
          </a:xfrm>
        </p:spPr>
        <p:txBody>
          <a:bodyPr/>
          <a:lstStyle/>
          <a:p>
            <a:r>
              <a:rPr lang="en-US" noProof="0"/>
              <a:t>Title Calibri Bold 28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4" name="Content left column">
            <a:extLst>
              <a:ext uri="{FF2B5EF4-FFF2-40B4-BE49-F238E27FC236}">
                <a16:creationId xmlns:a16="http://schemas.microsoft.com/office/drawing/2014/main" id="{4FDBB5BE-FB7F-472A-B808-A79C66F99FE9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40000" y="1623600"/>
            <a:ext cx="5454000" cy="457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2" name="Content right column">
            <a:extLst>
              <a:ext uri="{FF2B5EF4-FFF2-40B4-BE49-F238E27FC236}">
                <a16:creationId xmlns:a16="http://schemas.microsoft.com/office/drawing/2014/main" id="{239F9EB4-5513-4EE9-8F49-510E69716E1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174438" y="1623600"/>
            <a:ext cx="5454000" cy="457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9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2" name="Author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15" name="Siemens Healthineers logo">
            <a:extLst>
              <a:ext uri="{FF2B5EF4-FFF2-40B4-BE49-F238E27FC236}">
                <a16:creationId xmlns:a16="http://schemas.microsoft.com/office/drawing/2014/main" id="{F7C407CE-0992-4EA4-8D73-20B7A51247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FDC4F5C6-9673-44EB-B422-E6717BC2C478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604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Black with marg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lack layer"/>
          <p:cNvSpPr/>
          <p:nvPr userDrawn="1"/>
        </p:nvSpPr>
        <p:spPr bwMode="white">
          <a:xfrm>
            <a:off x="2" y="0"/>
            <a:ext cx="805497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Headline"/>
          <p:cNvSpPr>
            <a:spLocks noGrp="1"/>
          </p:cNvSpPr>
          <p:nvPr>
            <p:ph type="title" hasCustomPrompt="1"/>
          </p:nvPr>
        </p:nvSpPr>
        <p:spPr>
          <a:xfrm>
            <a:off x="540001" y="219599"/>
            <a:ext cx="6394200" cy="83291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 Calibri Bold 28 </a:t>
            </a:r>
            <a:r>
              <a:rPr lang="en-US" err="1"/>
              <a:t>pt</a:t>
            </a:r>
            <a:endParaRPr lang="de-DE"/>
          </a:p>
        </p:txBody>
      </p:sp>
      <p:sp>
        <p:nvSpPr>
          <p:cNvPr id="102" name="Content"/>
          <p:cNvSpPr>
            <a:spLocks noGrp="1"/>
          </p:cNvSpPr>
          <p:nvPr>
            <p:ph idx="1" hasCustomPrompt="1"/>
          </p:nvPr>
        </p:nvSpPr>
        <p:spPr>
          <a:xfrm>
            <a:off x="540000" y="1623600"/>
            <a:ext cx="6394200" cy="457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4" name="Margin content">
            <a:extLst>
              <a:ext uri="{FF2B5EF4-FFF2-40B4-BE49-F238E27FC236}">
                <a16:creationId xmlns:a16="http://schemas.microsoft.com/office/drawing/2014/main" id="{B7D38A37-9AC1-413C-B8AD-491DCC7608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93188" y="1623600"/>
            <a:ext cx="1874837" cy="1275698"/>
          </a:xfrm>
        </p:spPr>
        <p:txBody>
          <a:bodyPr tIns="144000" bIns="144000">
            <a:spAutoFit/>
          </a:bodyPr>
          <a:lstStyle>
            <a:lvl1pPr>
              <a:defRPr sz="1600"/>
            </a:lvl1pPr>
            <a:lvl2pPr>
              <a:defRPr sz="1600"/>
            </a:lvl2pPr>
            <a:lvl3pPr marL="216000" marR="0" indent="-216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600"/>
            </a:lvl3pPr>
            <a:lvl4pPr marL="432000" marR="0" indent="-216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600"/>
            </a:lvl4pPr>
            <a:lvl5pPr marL="648000">
              <a:defRPr/>
            </a:lvl5pPr>
          </a:lstStyle>
          <a:p>
            <a:pPr lvl="0"/>
            <a:r>
              <a:rPr lang="en-GB"/>
              <a:t>Calibri Bold 16 </a:t>
            </a:r>
            <a:r>
              <a:rPr lang="en-GB" err="1"/>
              <a:t>pt</a:t>
            </a:r>
            <a:endParaRPr lang="en-GB"/>
          </a:p>
          <a:p>
            <a:pPr lvl="1"/>
            <a:r>
              <a:rPr lang="en-GB"/>
              <a:t>Text Calibri 16 </a:t>
            </a:r>
            <a:r>
              <a:rPr lang="en-GB" err="1"/>
              <a:t>pt</a:t>
            </a:r>
            <a:endParaRPr lang="en-GB"/>
          </a:p>
          <a:p>
            <a:pPr lvl="2"/>
            <a:r>
              <a:rPr lang="en-GB"/>
              <a:t>Text Calibri 16 </a:t>
            </a:r>
            <a:r>
              <a:rPr lang="en-GB" err="1"/>
              <a:t>pt</a:t>
            </a:r>
            <a:endParaRPr lang="en-GB"/>
          </a:p>
          <a:p>
            <a:pPr marL="439200" marR="0" lvl="3" indent="-219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/>
              <a:t>Text Calibri 16 </a:t>
            </a:r>
            <a:r>
              <a:rPr lang="en-GB" err="1"/>
              <a:t>pt</a:t>
            </a:r>
            <a:endParaRPr lang="en-GB"/>
          </a:p>
        </p:txBody>
      </p:sp>
      <p:sp>
        <p:nvSpPr>
          <p:cNvPr id="97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96" name="Author"/>
          <p:cNvSpPr>
            <a:spLocks noGrp="1"/>
          </p:cNvSpPr>
          <p:nvPr>
            <p:ph type="ftr" sz="quarter" idx="17"/>
          </p:nvPr>
        </p:nvSpPr>
        <p:spPr>
          <a:xfrm>
            <a:off x="8054975" y="6340471"/>
            <a:ext cx="3259452" cy="14400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Author | Department</a:t>
            </a:r>
          </a:p>
        </p:txBody>
      </p:sp>
      <p:sp>
        <p:nvSpPr>
          <p:cNvPr id="89" name="Information"/>
          <p:cNvSpPr/>
          <p:nvPr userDrawn="1"/>
        </p:nvSpPr>
        <p:spPr>
          <a:xfrm>
            <a:off x="-2160000" y="0"/>
            <a:ext cx="1800000" cy="1287379"/>
          </a:xfrm>
          <a:prstGeom prst="roundRect">
            <a:avLst>
              <a:gd name="adj" fmla="val 0"/>
            </a:avLst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r>
              <a:rPr lang="en-US" sz="1100" b="1">
                <a:solidFill>
                  <a:schemeClr val="tx1"/>
                </a:solidFill>
                <a:latin typeface="+mn-lt"/>
              </a:rPr>
              <a:t>The animation</a:t>
            </a:r>
            <a:r>
              <a:rPr lang="en-US" sz="1100">
                <a:solidFill>
                  <a:schemeClr val="tx1"/>
                </a:solidFill>
                <a:latin typeface="+mn-lt"/>
              </a:rPr>
              <a:t> </a:t>
            </a:r>
            <a:r>
              <a:rPr lang="en-US" sz="1100">
                <a:solidFill>
                  <a:schemeClr val="bg1"/>
                </a:solidFill>
                <a:latin typeface="+mn-lt"/>
              </a:rPr>
              <a:t>of the black layer </a:t>
            </a:r>
            <a:r>
              <a:rPr lang="en-US" sz="1100">
                <a:solidFill>
                  <a:schemeClr val="tx1"/>
                </a:solidFill>
                <a:latin typeface="+mn-lt"/>
              </a:rPr>
              <a:t>can be controlled on the master layout.</a:t>
            </a:r>
          </a:p>
          <a:p>
            <a:endParaRPr lang="en-US" sz="1100">
              <a:solidFill>
                <a:schemeClr val="bg1"/>
              </a:solidFill>
              <a:latin typeface="+mn-lt"/>
            </a:endParaRPr>
          </a:p>
          <a:p>
            <a:r>
              <a:rPr lang="en-US" sz="1100">
                <a:solidFill>
                  <a:schemeClr val="bg1"/>
                </a:solidFill>
                <a:latin typeface="+mn-lt"/>
              </a:rPr>
              <a:t>Go to View &gt; Slide Master.</a:t>
            </a:r>
          </a:p>
          <a:p>
            <a:r>
              <a:rPr lang="en-US" sz="1100">
                <a:solidFill>
                  <a:schemeClr val="bg1"/>
                </a:solidFill>
                <a:latin typeface="+mn-lt"/>
              </a:rPr>
              <a:t>After that go to Animations &gt; Animations Pane.</a:t>
            </a:r>
          </a:p>
        </p:txBody>
      </p:sp>
      <p:pic>
        <p:nvPicPr>
          <p:cNvPr id="104" name="Siemens Healthineers logo">
            <a:extLst>
              <a:ext uri="{FF2B5EF4-FFF2-40B4-BE49-F238E27FC236}">
                <a16:creationId xmlns:a16="http://schemas.microsoft.com/office/drawing/2014/main" id="{8A740305-7C35-4277-8346-A32E99A8E6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8A7875A9-E733-4C47-BA95-2C92C1524F01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172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13333" decel="8666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eadline"/>
          <p:cNvSpPr>
            <a:spLocks noGrp="1"/>
          </p:cNvSpPr>
          <p:nvPr>
            <p:ph type="title" hasCustomPrompt="1"/>
          </p:nvPr>
        </p:nvSpPr>
        <p:spPr>
          <a:xfrm>
            <a:off x="540000" y="219599"/>
            <a:ext cx="9210425" cy="832913"/>
          </a:xfrm>
        </p:spPr>
        <p:txBody>
          <a:bodyPr/>
          <a:lstStyle/>
          <a:p>
            <a:r>
              <a:rPr lang="en-US" noProof="0"/>
              <a:t>Title Calibri Bold 28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7" name="Content left column">
            <a:extLst>
              <a:ext uri="{FF2B5EF4-FFF2-40B4-BE49-F238E27FC236}">
                <a16:creationId xmlns:a16="http://schemas.microsoft.com/office/drawing/2014/main" id="{F3DE8C85-D5DE-48E2-BC87-EE21BFCB3F6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40000" y="1623600"/>
            <a:ext cx="3574800" cy="1350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4" name="Picture placeholder left"/>
          <p:cNvSpPr>
            <a:spLocks noGrp="1"/>
          </p:cNvSpPr>
          <p:nvPr>
            <p:ph type="pic" sz="quarter" idx="18" hasCustomPrompt="1"/>
          </p:nvPr>
        </p:nvSpPr>
        <p:spPr>
          <a:xfrm>
            <a:off x="540000" y="3204000"/>
            <a:ext cx="3574800" cy="23544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add a picture</a:t>
            </a:r>
          </a:p>
        </p:txBody>
      </p:sp>
      <p:sp>
        <p:nvSpPr>
          <p:cNvPr id="16" name="Content middle column">
            <a:extLst>
              <a:ext uri="{FF2B5EF4-FFF2-40B4-BE49-F238E27FC236}">
                <a16:creationId xmlns:a16="http://schemas.microsoft.com/office/drawing/2014/main" id="{A005602E-D4D7-400C-8402-35CFAA6A345E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97488" y="1623600"/>
            <a:ext cx="3574800" cy="1350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1" name="Picture placeholder middle"/>
          <p:cNvSpPr>
            <a:spLocks noGrp="1"/>
          </p:cNvSpPr>
          <p:nvPr>
            <p:ph type="pic" sz="quarter" idx="19" hasCustomPrompt="1"/>
          </p:nvPr>
        </p:nvSpPr>
        <p:spPr>
          <a:xfrm>
            <a:off x="4295775" y="3204000"/>
            <a:ext cx="3574800" cy="23544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add a picture</a:t>
            </a:r>
          </a:p>
        </p:txBody>
      </p:sp>
      <p:sp>
        <p:nvSpPr>
          <p:cNvPr id="18" name="Content right column">
            <a:extLst>
              <a:ext uri="{FF2B5EF4-FFF2-40B4-BE49-F238E27FC236}">
                <a16:creationId xmlns:a16="http://schemas.microsoft.com/office/drawing/2014/main" id="{CC72F373-4575-41D8-A962-8FD122BE5D9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054975" y="1623600"/>
            <a:ext cx="3574800" cy="1350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2" name="Picture placeholder right"/>
          <p:cNvSpPr>
            <a:spLocks noGrp="1"/>
          </p:cNvSpPr>
          <p:nvPr>
            <p:ph type="pic" sz="quarter" idx="20" hasCustomPrompt="1"/>
          </p:nvPr>
        </p:nvSpPr>
        <p:spPr>
          <a:xfrm>
            <a:off x="8054975" y="3204000"/>
            <a:ext cx="3574800" cy="23544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add a picture</a:t>
            </a:r>
          </a:p>
        </p:txBody>
      </p:sp>
      <p:sp>
        <p:nvSpPr>
          <p:cNvPr id="19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2" name="Author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21" name="Siemens Healthineers logo">
            <a:extLst>
              <a:ext uri="{FF2B5EF4-FFF2-40B4-BE49-F238E27FC236}">
                <a16:creationId xmlns:a16="http://schemas.microsoft.com/office/drawing/2014/main" id="{D6A3697A-6D9B-4985-810C-549CED2CA5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14" name="TextBox 5">
            <a:extLst>
              <a:ext uri="{FF2B5EF4-FFF2-40B4-BE49-F238E27FC236}">
                <a16:creationId xmlns:a16="http://schemas.microsoft.com/office/drawing/2014/main" id="{3F84E70F-FB3D-4AE7-8A2C-A042E16D64A7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739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eadline"/>
          <p:cNvSpPr>
            <a:spLocks noGrp="1"/>
          </p:cNvSpPr>
          <p:nvPr>
            <p:ph type="title" hasCustomPrompt="1"/>
          </p:nvPr>
        </p:nvSpPr>
        <p:spPr>
          <a:xfrm>
            <a:off x="540000" y="219599"/>
            <a:ext cx="9210425" cy="832913"/>
          </a:xfrm>
        </p:spPr>
        <p:txBody>
          <a:bodyPr/>
          <a:lstStyle/>
          <a:p>
            <a:r>
              <a:rPr lang="en-US" noProof="0"/>
              <a:t>Title Calibri Bold 28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4" name="Content left column">
            <a:extLst>
              <a:ext uri="{FF2B5EF4-FFF2-40B4-BE49-F238E27FC236}">
                <a16:creationId xmlns:a16="http://schemas.microsoft.com/office/drawing/2014/main" id="{3A7B9670-2998-4639-948A-6AC5336D339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40000" y="1623600"/>
            <a:ext cx="3574800" cy="457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2" name="Content middle column">
            <a:extLst>
              <a:ext uri="{FF2B5EF4-FFF2-40B4-BE49-F238E27FC236}">
                <a16:creationId xmlns:a16="http://schemas.microsoft.com/office/drawing/2014/main" id="{FDCEFC57-1E08-4A1D-8A85-E1A2B909727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296819" y="1623600"/>
            <a:ext cx="3574800" cy="457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4" name="Content right column">
            <a:extLst>
              <a:ext uri="{FF2B5EF4-FFF2-40B4-BE49-F238E27FC236}">
                <a16:creationId xmlns:a16="http://schemas.microsoft.com/office/drawing/2014/main" id="{3FD09867-0821-4EF2-A2D6-A5663051D69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053638" y="1623600"/>
            <a:ext cx="3574800" cy="457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9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2" name="Author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16" name="Siemens Healthineers logo">
            <a:extLst>
              <a:ext uri="{FF2B5EF4-FFF2-40B4-BE49-F238E27FC236}">
                <a16:creationId xmlns:a16="http://schemas.microsoft.com/office/drawing/2014/main" id="{EA7999BE-FBC8-4C3B-8CFC-04FE082969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9" name="TextBox 5">
            <a:extLst>
              <a:ext uri="{FF2B5EF4-FFF2-40B4-BE49-F238E27FC236}">
                <a16:creationId xmlns:a16="http://schemas.microsoft.com/office/drawing/2014/main" id="{3CB828C1-8DF5-4C7F-AAE3-19596CEA440A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055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 - light image">
    <p:bg bwMode="lt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idden title">
            <a:extLst>
              <a:ext uri="{FF2B5EF4-FFF2-40B4-BE49-F238E27FC236}">
                <a16:creationId xmlns:a16="http://schemas.microsoft.com/office/drawing/2014/main" id="{2EEE1BBF-C7C7-5DF1-003D-E6194230E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-357050"/>
            <a:ext cx="9210425" cy="217714"/>
          </a:xfrm>
        </p:spPr>
        <p:txBody>
          <a:bodyPr/>
          <a:lstStyle>
            <a:lvl1pPr>
              <a:defRPr sz="16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4" name="Content"/>
          <p:cNvSpPr>
            <a:spLocks noGrp="1"/>
          </p:cNvSpPr>
          <p:nvPr>
            <p:ph type="body" sz="quarter" idx="10" hasCustomPrompt="1"/>
          </p:nvPr>
        </p:nvSpPr>
        <p:spPr>
          <a:xfrm>
            <a:off x="540200" y="1623600"/>
            <a:ext cx="4514400" cy="2520000"/>
          </a:xfrm>
        </p:spPr>
        <p:txBody>
          <a:bodyPr/>
          <a:lstStyle>
            <a:lvl1pPr>
              <a:lnSpc>
                <a:spcPct val="100000"/>
              </a:lnSpc>
              <a:defRPr sz="2800" b="0" i="1" baseline="0"/>
            </a:lvl1pPr>
            <a:lvl2pPr>
              <a:lnSpc>
                <a:spcPct val="100000"/>
              </a:lnSpc>
              <a:spcBef>
                <a:spcPts val="1200"/>
              </a:spcBef>
              <a:defRPr sz="1400"/>
            </a:lvl2pPr>
          </a:lstStyle>
          <a:p>
            <a:pPr lvl="0"/>
            <a:r>
              <a:rPr lang="de-DE" noProof="0"/>
              <a:t>Quote Calibri Italic 28 pt</a:t>
            </a:r>
            <a:endParaRPr lang="en-US" noProof="0"/>
          </a:p>
          <a:p>
            <a:pPr lvl="1"/>
            <a:r>
              <a:rPr lang="de-DE" noProof="0"/>
              <a:t>Subline Calibri 14 </a:t>
            </a:r>
            <a:r>
              <a:rPr lang="de-DE" noProof="0" err="1"/>
              <a:t>pt</a:t>
            </a:r>
            <a:endParaRPr lang="en-US" noProof="0"/>
          </a:p>
        </p:txBody>
      </p:sp>
      <p:sp>
        <p:nvSpPr>
          <p:cNvPr id="100" name="Footnote">
            <a:extLst>
              <a:ext uri="{FF2B5EF4-FFF2-40B4-BE49-F238E27FC236}">
                <a16:creationId xmlns:a16="http://schemas.microsoft.com/office/drawing/2014/main" id="{6797901A-74D0-49F5-B69A-D3AF7774E1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96" name="Author"/>
          <p:cNvSpPr>
            <a:spLocks noGrp="1"/>
          </p:cNvSpPr>
          <p:nvPr>
            <p:ph type="ftr" sz="quarter" idx="17"/>
          </p:nvPr>
        </p:nvSpPr>
        <p:spPr>
          <a:xfrm>
            <a:off x="8054975" y="6340471"/>
            <a:ext cx="3259452" cy="144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Author | Department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47CF5F01-9A3A-4F32-92CF-298F6ACCA2E1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  <p:pic>
        <p:nvPicPr>
          <p:cNvPr id="2" name="Siemens Healthineers logo">
            <a:extLst>
              <a:ext uri="{FF2B5EF4-FFF2-40B4-BE49-F238E27FC236}">
                <a16:creationId xmlns:a16="http://schemas.microsoft.com/office/drawing/2014/main" id="{2426173F-5027-713F-FD78-CD9F368432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4504" y="281267"/>
            <a:ext cx="1450797" cy="34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831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B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title">
            <a:extLst>
              <a:ext uri="{FF2B5EF4-FFF2-40B4-BE49-F238E27FC236}">
                <a16:creationId xmlns:a16="http://schemas.microsoft.com/office/drawing/2014/main" id="{E85FB90E-0B0B-001D-0CC7-23C209120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-357050"/>
            <a:ext cx="9210425" cy="217714"/>
          </a:xfrm>
        </p:spPr>
        <p:txBody>
          <a:bodyPr/>
          <a:lstStyle>
            <a:lvl1pPr>
              <a:defRPr sz="16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4" name="Content"/>
          <p:cNvSpPr>
            <a:spLocks noGrp="1"/>
          </p:cNvSpPr>
          <p:nvPr>
            <p:ph type="body" sz="quarter" idx="10" hasCustomPrompt="1"/>
          </p:nvPr>
        </p:nvSpPr>
        <p:spPr>
          <a:xfrm>
            <a:off x="1479599" y="1623599"/>
            <a:ext cx="8271403" cy="4572000"/>
          </a:xfrm>
        </p:spPr>
        <p:txBody>
          <a:bodyPr/>
          <a:lstStyle>
            <a:lvl1pPr>
              <a:lnSpc>
                <a:spcPct val="85000"/>
              </a:lnSpc>
              <a:defRPr sz="4800" b="0" i="1" baseline="0"/>
            </a:lvl1pPr>
            <a:lvl2pPr>
              <a:lnSpc>
                <a:spcPct val="100000"/>
              </a:lnSpc>
              <a:spcBef>
                <a:spcPts val="2200"/>
              </a:spcBef>
              <a:defRPr sz="1400"/>
            </a:lvl2pPr>
          </a:lstStyle>
          <a:p>
            <a:pPr lvl="0"/>
            <a:r>
              <a:rPr lang="de-DE" noProof="0"/>
              <a:t>Quote Calibri Italic 48 pt</a:t>
            </a:r>
            <a:endParaRPr lang="en-US" noProof="0"/>
          </a:p>
          <a:p>
            <a:pPr lvl="1"/>
            <a:r>
              <a:rPr lang="de-DE" noProof="0"/>
              <a:t>Subline Calibri 14 </a:t>
            </a:r>
            <a:r>
              <a:rPr lang="de-DE" noProof="0" err="1"/>
              <a:t>pt</a:t>
            </a:r>
            <a:endParaRPr lang="en-US" noProof="0"/>
          </a:p>
        </p:txBody>
      </p:sp>
      <p:sp>
        <p:nvSpPr>
          <p:cNvPr id="166" name="Footnote">
            <a:extLst>
              <a:ext uri="{FF2B5EF4-FFF2-40B4-BE49-F238E27FC236}">
                <a16:creationId xmlns:a16="http://schemas.microsoft.com/office/drawing/2014/main" id="{1D9962D9-4193-4A78-8426-8B6D0B25AC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96" name="Author"/>
          <p:cNvSpPr>
            <a:spLocks noGrp="1"/>
          </p:cNvSpPr>
          <p:nvPr>
            <p:ph type="ftr" sz="quarter" idx="17"/>
          </p:nvPr>
        </p:nvSpPr>
        <p:spPr>
          <a:xfrm>
            <a:off x="8054975" y="6340471"/>
            <a:ext cx="3259452" cy="144000"/>
          </a:xfrm>
        </p:spPr>
        <p:txBody>
          <a:bodyPr/>
          <a:lstStyle/>
          <a:p>
            <a:r>
              <a:rPr lang="en-US"/>
              <a:t>Author | Department</a:t>
            </a:r>
          </a:p>
        </p:txBody>
      </p:sp>
      <p:pic>
        <p:nvPicPr>
          <p:cNvPr id="168" name="Siemens Healthineers logo">
            <a:extLst>
              <a:ext uri="{FF2B5EF4-FFF2-40B4-BE49-F238E27FC236}">
                <a16:creationId xmlns:a16="http://schemas.microsoft.com/office/drawing/2014/main" id="{51774F67-5207-4A19-A451-8F2F81E1B7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BC63A81D-3EEB-4062-BDC0-21E83B9423B2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876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C - Author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title">
            <a:extLst>
              <a:ext uri="{FF2B5EF4-FFF2-40B4-BE49-F238E27FC236}">
                <a16:creationId xmlns:a16="http://schemas.microsoft.com/office/drawing/2014/main" id="{9C7694D4-400D-9921-3AAE-F9454EAAE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-357050"/>
            <a:ext cx="9210425" cy="217714"/>
          </a:xfrm>
        </p:spPr>
        <p:txBody>
          <a:bodyPr/>
          <a:lstStyle>
            <a:lvl1pPr>
              <a:defRPr sz="16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5A6CD612-171C-4905-9B87-E8BEEE4700E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479598" y="1623599"/>
            <a:ext cx="1512000" cy="1944000"/>
          </a:xfrm>
        </p:spPr>
        <p:txBody>
          <a:bodyPr lIns="180000" tIns="180000" rIns="180000" bIns="180000"/>
          <a:lstStyle>
            <a:lvl1pPr>
              <a:defRPr/>
            </a:lvl1pPr>
          </a:lstStyle>
          <a:p>
            <a:r>
              <a:rPr lang="de-DE"/>
              <a:t>Add a picture</a:t>
            </a:r>
            <a:endParaRPr lang="en-GB"/>
          </a:p>
        </p:txBody>
      </p:sp>
      <p:sp>
        <p:nvSpPr>
          <p:cNvPr id="14" name="Content"/>
          <p:cNvSpPr>
            <a:spLocks noGrp="1"/>
          </p:cNvSpPr>
          <p:nvPr>
            <p:ph type="body" sz="quarter" idx="10" hasCustomPrompt="1"/>
          </p:nvPr>
        </p:nvSpPr>
        <p:spPr>
          <a:xfrm>
            <a:off x="3359150" y="1623599"/>
            <a:ext cx="6391852" cy="4572000"/>
          </a:xfrm>
        </p:spPr>
        <p:txBody>
          <a:bodyPr/>
          <a:lstStyle>
            <a:lvl1pPr>
              <a:lnSpc>
                <a:spcPct val="85000"/>
              </a:lnSpc>
              <a:defRPr sz="4000" b="0" i="1" baseline="0"/>
            </a:lvl1pPr>
            <a:lvl2pPr>
              <a:lnSpc>
                <a:spcPct val="100000"/>
              </a:lnSpc>
              <a:spcBef>
                <a:spcPts val="2200"/>
              </a:spcBef>
              <a:defRPr sz="1400"/>
            </a:lvl2pPr>
          </a:lstStyle>
          <a:p>
            <a:pPr lvl="0"/>
            <a:r>
              <a:rPr lang="de-DE" noProof="0"/>
              <a:t>Quote Calibri Italic 40 pt</a:t>
            </a:r>
            <a:endParaRPr lang="en-US" noProof="0"/>
          </a:p>
          <a:p>
            <a:pPr lvl="1"/>
            <a:r>
              <a:rPr lang="de-DE" noProof="0"/>
              <a:t>Subline Calibri 14 </a:t>
            </a:r>
            <a:r>
              <a:rPr lang="de-DE" noProof="0" err="1"/>
              <a:t>pt</a:t>
            </a:r>
            <a:endParaRPr lang="en-US" noProof="0"/>
          </a:p>
        </p:txBody>
      </p:sp>
      <p:sp>
        <p:nvSpPr>
          <p:cNvPr id="166" name="Footnote">
            <a:extLst>
              <a:ext uri="{FF2B5EF4-FFF2-40B4-BE49-F238E27FC236}">
                <a16:creationId xmlns:a16="http://schemas.microsoft.com/office/drawing/2014/main" id="{1D9962D9-4193-4A78-8426-8B6D0B25AC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96" name="Author"/>
          <p:cNvSpPr>
            <a:spLocks noGrp="1"/>
          </p:cNvSpPr>
          <p:nvPr>
            <p:ph type="ftr" sz="quarter" idx="17"/>
          </p:nvPr>
        </p:nvSpPr>
        <p:spPr>
          <a:xfrm>
            <a:off x="8054975" y="6340471"/>
            <a:ext cx="3259452" cy="144000"/>
          </a:xfrm>
        </p:spPr>
        <p:txBody>
          <a:bodyPr/>
          <a:lstStyle/>
          <a:p>
            <a:r>
              <a:rPr lang="en-US"/>
              <a:t>Author | Department</a:t>
            </a:r>
          </a:p>
        </p:txBody>
      </p:sp>
      <p:pic>
        <p:nvPicPr>
          <p:cNvPr id="167" name="Siemens Healthineers logo">
            <a:extLst>
              <a:ext uri="{FF2B5EF4-FFF2-40B4-BE49-F238E27FC236}">
                <a16:creationId xmlns:a16="http://schemas.microsoft.com/office/drawing/2014/main" id="{2DA2A2CE-361D-4EC3-B92E-CAD6A1146B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01C9B5B8-4498-4007-A232-8AEF2CCB6DD0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7980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eadlin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Title Calibri Bold 28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9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2" name="Author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10" name="Siemens Healthineers logo">
            <a:extLst>
              <a:ext uri="{FF2B5EF4-FFF2-40B4-BE49-F238E27FC236}">
                <a16:creationId xmlns:a16="http://schemas.microsoft.com/office/drawing/2014/main" id="{05ECFCCA-E67E-4951-9242-12B3C9F71F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9EE0F3-C34F-4788-B238-4B3A62274B39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84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eadlin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Title Calibri Bold 28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3" name="Picture placeholder"/>
          <p:cNvSpPr>
            <a:spLocks noGrp="1"/>
          </p:cNvSpPr>
          <p:nvPr>
            <p:ph type="pic" sz="quarter" idx="17" hasCustomPrompt="1"/>
          </p:nvPr>
        </p:nvSpPr>
        <p:spPr>
          <a:xfrm>
            <a:off x="3063240" y="1623600"/>
            <a:ext cx="6223000" cy="5238000"/>
          </a:xfrm>
        </p:spPr>
        <p:txBody>
          <a:bodyPr lIns="180000" tIns="180000" rIns="180000" bIns="180000"/>
          <a:lstStyle>
            <a:lvl1pPr>
              <a:defRPr b="1"/>
            </a:lvl1pPr>
          </a:lstStyle>
          <a:p>
            <a:r>
              <a:rPr lang="en-US" noProof="0"/>
              <a:t>Add a product picture</a:t>
            </a:r>
          </a:p>
        </p:txBody>
      </p:sp>
      <p:sp>
        <p:nvSpPr>
          <p:cNvPr id="14" name="Product detail 1"/>
          <p:cNvSpPr>
            <a:spLocks noGrp="1"/>
          </p:cNvSpPr>
          <p:nvPr>
            <p:ph type="body" sz="quarter" idx="26" hasCustomPrompt="1"/>
          </p:nvPr>
        </p:nvSpPr>
        <p:spPr>
          <a:xfrm>
            <a:off x="900000" y="2212094"/>
            <a:ext cx="2160000" cy="828000"/>
          </a:xfrm>
        </p:spPr>
        <p:txBody>
          <a:bodyPr/>
          <a:lstStyle>
            <a:lvl1pPr>
              <a:lnSpc>
                <a:spcPct val="100000"/>
              </a:lnSpc>
              <a:defRPr sz="1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1400">
                <a:solidFill>
                  <a:schemeClr val="tx1"/>
                </a:solidFill>
              </a:defRPr>
            </a:lvl2pPr>
            <a:lvl3pPr marL="144000" marR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400"/>
            </a:lvl3pPr>
            <a:lvl4pPr marL="265113" indent="26988">
              <a:defRPr sz="1400"/>
            </a:lvl4pPr>
          </a:lstStyle>
          <a:p>
            <a:pPr lvl="0"/>
            <a:r>
              <a:rPr lang="en-US" noProof="0"/>
              <a:t>Headline Calibri Bold 14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5" name="Product detail 2"/>
          <p:cNvSpPr>
            <a:spLocks noGrp="1"/>
          </p:cNvSpPr>
          <p:nvPr>
            <p:ph type="body" sz="quarter" idx="27" hasCustomPrompt="1"/>
          </p:nvPr>
        </p:nvSpPr>
        <p:spPr>
          <a:xfrm>
            <a:off x="900000" y="3392894"/>
            <a:ext cx="2160000" cy="828000"/>
          </a:xfrm>
        </p:spPr>
        <p:txBody>
          <a:bodyPr/>
          <a:lstStyle>
            <a:lvl1pPr>
              <a:lnSpc>
                <a:spcPct val="100000"/>
              </a:lnSpc>
              <a:defRPr sz="1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1400">
                <a:solidFill>
                  <a:schemeClr val="tx1"/>
                </a:solidFill>
              </a:defRPr>
            </a:lvl2pPr>
            <a:lvl3pPr marL="144000" indent="-144000">
              <a:defRPr sz="1400"/>
            </a:lvl3pPr>
          </a:lstStyle>
          <a:p>
            <a:pPr lvl="0"/>
            <a:r>
              <a:rPr lang="en-US" noProof="0"/>
              <a:t>Headline Calibri Bold 14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8" name="Product detail 3"/>
          <p:cNvSpPr>
            <a:spLocks noGrp="1"/>
          </p:cNvSpPr>
          <p:nvPr>
            <p:ph type="body" sz="quarter" idx="28" hasCustomPrompt="1"/>
          </p:nvPr>
        </p:nvSpPr>
        <p:spPr>
          <a:xfrm>
            <a:off x="900000" y="4573694"/>
            <a:ext cx="2160000" cy="828000"/>
          </a:xfrm>
        </p:spPr>
        <p:txBody>
          <a:bodyPr/>
          <a:lstStyle>
            <a:lvl1pPr>
              <a:lnSpc>
                <a:spcPct val="100000"/>
              </a:lnSpc>
              <a:defRPr sz="1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1400">
                <a:solidFill>
                  <a:schemeClr val="tx1"/>
                </a:solidFill>
              </a:defRPr>
            </a:lvl2pPr>
            <a:lvl3pPr marL="144000" indent="-144000">
              <a:defRPr sz="1400"/>
            </a:lvl3pPr>
          </a:lstStyle>
          <a:p>
            <a:pPr lvl="0"/>
            <a:r>
              <a:rPr lang="en-US" noProof="0"/>
              <a:t>Headline Calibri Bold 14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23" name="Product detail 4"/>
          <p:cNvSpPr>
            <a:spLocks noGrp="1"/>
          </p:cNvSpPr>
          <p:nvPr>
            <p:ph type="body" sz="quarter" idx="16" hasCustomPrompt="1"/>
          </p:nvPr>
        </p:nvSpPr>
        <p:spPr>
          <a:xfrm>
            <a:off x="9288000" y="2802494"/>
            <a:ext cx="2160000" cy="828000"/>
          </a:xfrm>
        </p:spPr>
        <p:txBody>
          <a:bodyPr/>
          <a:lstStyle>
            <a:lvl1pPr>
              <a:lnSpc>
                <a:spcPct val="100000"/>
              </a:lnSpc>
              <a:defRPr sz="1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1400">
                <a:solidFill>
                  <a:schemeClr val="tx1"/>
                </a:solidFill>
              </a:defRPr>
            </a:lvl2pPr>
            <a:lvl3pPr marL="144000" indent="-144000">
              <a:defRPr sz="1400"/>
            </a:lvl3pPr>
          </a:lstStyle>
          <a:p>
            <a:pPr lvl="0"/>
            <a:r>
              <a:rPr lang="en-US" noProof="0"/>
              <a:t>Headline Calibri Bold 14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27" name="Product detail 5"/>
          <p:cNvSpPr>
            <a:spLocks noGrp="1"/>
          </p:cNvSpPr>
          <p:nvPr>
            <p:ph type="body" sz="quarter" idx="25" hasCustomPrompt="1"/>
          </p:nvPr>
        </p:nvSpPr>
        <p:spPr>
          <a:xfrm>
            <a:off x="9288000" y="3983294"/>
            <a:ext cx="2160000" cy="828000"/>
          </a:xfrm>
        </p:spPr>
        <p:txBody>
          <a:bodyPr/>
          <a:lstStyle>
            <a:lvl1pPr>
              <a:lnSpc>
                <a:spcPct val="100000"/>
              </a:lnSpc>
              <a:defRPr sz="1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1400">
                <a:solidFill>
                  <a:schemeClr val="tx1"/>
                </a:solidFill>
              </a:defRPr>
            </a:lvl2pPr>
            <a:lvl3pPr marL="144000" indent="-144000">
              <a:defRPr sz="1400"/>
            </a:lvl3pPr>
          </a:lstStyle>
          <a:p>
            <a:pPr lvl="0"/>
            <a:r>
              <a:rPr lang="en-US" noProof="0"/>
              <a:t>Headline Calibri Bold 14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9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2" name="Author"/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22" name="Siemens Healthineers logo">
            <a:extLst>
              <a:ext uri="{FF2B5EF4-FFF2-40B4-BE49-F238E27FC236}">
                <a16:creationId xmlns:a16="http://schemas.microsoft.com/office/drawing/2014/main" id="{57AE67C3-A035-4D77-A3D4-AC7D74AD31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12" name="TextBox 5">
            <a:extLst>
              <a:ext uri="{FF2B5EF4-FFF2-40B4-BE49-F238E27FC236}">
                <a16:creationId xmlns:a16="http://schemas.microsoft.com/office/drawing/2014/main" id="{295B91A2-DB0B-4B89-8D78-BB61E03467FC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7186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ey cover"/>
          <p:cNvSpPr/>
          <p:nvPr userDrawn="1"/>
        </p:nvSpPr>
        <p:spPr bwMode="auto">
          <a:xfrm>
            <a:off x="0" y="0"/>
            <a:ext cx="6000750" cy="68580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Headline"/>
          <p:cNvSpPr>
            <a:spLocks noGrp="1"/>
          </p:cNvSpPr>
          <p:nvPr>
            <p:ph type="title" hasCustomPrompt="1"/>
          </p:nvPr>
        </p:nvSpPr>
        <p:spPr>
          <a:xfrm>
            <a:off x="540000" y="219599"/>
            <a:ext cx="4697163" cy="832913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Title Calibri Bold 28 </a:t>
            </a:r>
            <a:r>
              <a:rPr lang="en-US" noProof="0" err="1"/>
              <a:t>pt</a:t>
            </a:r>
            <a:endParaRPr lang="de-DE"/>
          </a:p>
        </p:txBody>
      </p:sp>
      <p:sp>
        <p:nvSpPr>
          <p:cNvPr id="6" name="Diagram"/>
          <p:cNvSpPr>
            <a:spLocks noGrp="1"/>
          </p:cNvSpPr>
          <p:nvPr>
            <p:ph type="chart" sz="quarter" idx="18" hasCustomPrompt="1"/>
          </p:nvPr>
        </p:nvSpPr>
        <p:spPr>
          <a:xfrm>
            <a:off x="0" y="1623600"/>
            <a:ext cx="6000750" cy="4572000"/>
          </a:xfrm>
        </p:spPr>
        <p:txBody>
          <a:bodyPr lIns="180000" tIns="180000" rIns="180000" bIns="180000"/>
          <a:lstStyle>
            <a:lvl1pPr>
              <a:defRPr b="1"/>
            </a:lvl1pPr>
          </a:lstStyle>
          <a:p>
            <a:r>
              <a:rPr lang="en-US" noProof="0"/>
              <a:t>Add a diagram</a:t>
            </a:r>
          </a:p>
        </p:txBody>
      </p:sp>
      <p:sp>
        <p:nvSpPr>
          <p:cNvPr id="7" name="Content">
            <a:extLst>
              <a:ext uri="{FF2B5EF4-FFF2-40B4-BE49-F238E27FC236}">
                <a16:creationId xmlns:a16="http://schemas.microsoft.com/office/drawing/2014/main" id="{2BF4AC8F-F597-45E5-8DEC-DEB931D9DAF0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572249" y="2263139"/>
            <a:ext cx="5058000" cy="39312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9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2" name="Author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14" name="Siemens Healthineers logo">
            <a:extLst>
              <a:ext uri="{FF2B5EF4-FFF2-40B4-BE49-F238E27FC236}">
                <a16:creationId xmlns:a16="http://schemas.microsoft.com/office/drawing/2014/main" id="{5C7CC333-5A2B-46AC-8B83-498F30AB82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9" name="TextBox 5">
            <a:extLst>
              <a:ext uri="{FF2B5EF4-FFF2-40B4-BE49-F238E27FC236}">
                <a16:creationId xmlns:a16="http://schemas.microsoft.com/office/drawing/2014/main" id="{CD0F6A0E-995C-402A-8853-745F5D53EAB1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4581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nical Pictures, Title/Content/Picture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line"/>
          <p:cNvSpPr>
            <a:spLocks noGrp="1"/>
          </p:cNvSpPr>
          <p:nvPr>
            <p:ph type="title" hasCustomPrompt="1"/>
          </p:nvPr>
        </p:nvSpPr>
        <p:spPr>
          <a:xfrm>
            <a:off x="539999" y="219599"/>
            <a:ext cx="9212400" cy="83291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Title Calibri Bold 28 </a:t>
            </a:r>
            <a:r>
              <a:rPr lang="en-US" noProof="0" err="1"/>
              <a:t>pt</a:t>
            </a:r>
            <a:endParaRPr lang="de-DE"/>
          </a:p>
        </p:txBody>
      </p:sp>
      <p:sp>
        <p:nvSpPr>
          <p:cNvPr id="10" name="Content">
            <a:extLst>
              <a:ext uri="{FF2B5EF4-FFF2-40B4-BE49-F238E27FC236}">
                <a16:creationId xmlns:a16="http://schemas.microsoft.com/office/drawing/2014/main" id="{9F588DA8-B417-4AA8-9930-A6744CC61E9B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40000" y="1619250"/>
            <a:ext cx="5635375" cy="45738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52C62DF1-15C2-4184-A4A8-1D85A6A7CF0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115175" y="1619250"/>
            <a:ext cx="4513262" cy="4573588"/>
          </a:xfrm>
        </p:spPr>
        <p:txBody>
          <a:bodyPr lIns="180000" tIns="180000" rIns="180000" bIns="1800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Add a picture</a:t>
            </a:r>
            <a:endParaRPr lang="en-GB"/>
          </a:p>
        </p:txBody>
      </p:sp>
      <p:sp>
        <p:nvSpPr>
          <p:cNvPr id="19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2" name="Author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108" name="Siemens Healthineers logo">
            <a:extLst>
              <a:ext uri="{FF2B5EF4-FFF2-40B4-BE49-F238E27FC236}">
                <a16:creationId xmlns:a16="http://schemas.microsoft.com/office/drawing/2014/main" id="{418176E0-4F12-4F90-92BB-288ECE13FF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4504" y="281267"/>
            <a:ext cx="1450797" cy="345884"/>
          </a:xfrm>
          <a:prstGeom prst="rect">
            <a:avLst/>
          </a:prstGeom>
        </p:spPr>
      </p:pic>
      <p:sp>
        <p:nvSpPr>
          <p:cNvPr id="9" name="TextBox 5">
            <a:extLst>
              <a:ext uri="{FF2B5EF4-FFF2-40B4-BE49-F238E27FC236}">
                <a16:creationId xmlns:a16="http://schemas.microsoft.com/office/drawing/2014/main" id="{2479C87C-4F28-46F2-ADE8-B0C1E1811659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8973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linical Pictures, Title/Content/Pictur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eadline"/>
          <p:cNvSpPr>
            <a:spLocks noGrp="1"/>
          </p:cNvSpPr>
          <p:nvPr>
            <p:ph type="title" hasCustomPrompt="1"/>
          </p:nvPr>
        </p:nvSpPr>
        <p:spPr>
          <a:xfrm>
            <a:off x="540000" y="219599"/>
            <a:ext cx="9210425" cy="83291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Title Calibri Bold 28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7" name="Content left column">
            <a:extLst>
              <a:ext uri="{FF2B5EF4-FFF2-40B4-BE49-F238E27FC236}">
                <a16:creationId xmlns:a16="http://schemas.microsoft.com/office/drawing/2014/main" id="{F3DE8C85-D5DE-48E2-BC87-EE21BFCB3F6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40000" y="1623600"/>
            <a:ext cx="4514400" cy="457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4" name="Clinical image 1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6174000" y="1623600"/>
            <a:ext cx="2638800" cy="1879200"/>
          </a:xfrm>
          <a:ln w="3175">
            <a:solidFill>
              <a:schemeClr val="bg2"/>
            </a:solidFill>
          </a:ln>
        </p:spPr>
        <p:txBody>
          <a:bodyPr lIns="180000" tIns="180000" rIns="180000" bIns="180000"/>
          <a:lstStyle>
            <a:lvl1pPr>
              <a:defRPr b="1"/>
            </a:lvl1pPr>
          </a:lstStyle>
          <a:p>
            <a:r>
              <a:rPr lang="en-US" noProof="0"/>
              <a:t>Add a picture</a:t>
            </a:r>
          </a:p>
        </p:txBody>
      </p:sp>
      <p:sp>
        <p:nvSpPr>
          <p:cNvPr id="5" name="Caption 1">
            <a:extLst>
              <a:ext uri="{FF2B5EF4-FFF2-40B4-BE49-F238E27FC236}">
                <a16:creationId xmlns:a16="http://schemas.microsoft.com/office/drawing/2014/main" id="{A4D87FDD-062F-49D8-809F-5741C821455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75375" y="3502800"/>
            <a:ext cx="2642400" cy="331200"/>
          </a:xfrm>
        </p:spPr>
        <p:txBody>
          <a:bodyPr tIns="36000"/>
          <a:lstStyle>
            <a:lvl1pPr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4" name="Clinical image 2">
            <a:extLst>
              <a:ext uri="{FF2B5EF4-FFF2-40B4-BE49-F238E27FC236}">
                <a16:creationId xmlns:a16="http://schemas.microsoft.com/office/drawing/2014/main" id="{1B6A89FF-0093-42D5-A01F-9F38E6EAE9A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989200" y="1623600"/>
            <a:ext cx="2638800" cy="1879200"/>
          </a:xfrm>
          <a:ln w="3175">
            <a:solidFill>
              <a:schemeClr val="bg2"/>
            </a:solidFill>
          </a:ln>
        </p:spPr>
        <p:txBody>
          <a:bodyPr lIns="180000" tIns="180000" rIns="180000" bIns="180000"/>
          <a:lstStyle>
            <a:lvl1pPr>
              <a:defRPr b="1"/>
            </a:lvl1pPr>
          </a:lstStyle>
          <a:p>
            <a:r>
              <a:rPr lang="en-US" noProof="0"/>
              <a:t>Add a picture</a:t>
            </a:r>
          </a:p>
        </p:txBody>
      </p:sp>
      <p:sp>
        <p:nvSpPr>
          <p:cNvPr id="24" name="Caption 2">
            <a:extLst>
              <a:ext uri="{FF2B5EF4-FFF2-40B4-BE49-F238E27FC236}">
                <a16:creationId xmlns:a16="http://schemas.microsoft.com/office/drawing/2014/main" id="{650FABFD-7068-4DE9-976C-84AD6DB2DF9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85600" y="3502800"/>
            <a:ext cx="2642400" cy="331200"/>
          </a:xfrm>
        </p:spPr>
        <p:txBody>
          <a:bodyPr tIns="36000"/>
          <a:lstStyle>
            <a:lvl1pPr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5" name="Clinical image 3">
            <a:extLst>
              <a:ext uri="{FF2B5EF4-FFF2-40B4-BE49-F238E27FC236}">
                <a16:creationId xmlns:a16="http://schemas.microsoft.com/office/drawing/2014/main" id="{0FB77AF6-1131-46EA-A876-D52D6E453D8C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174000" y="3981600"/>
            <a:ext cx="2638800" cy="1879200"/>
          </a:xfrm>
          <a:ln w="3175">
            <a:solidFill>
              <a:schemeClr val="bg2"/>
            </a:solidFill>
          </a:ln>
        </p:spPr>
        <p:txBody>
          <a:bodyPr lIns="180000" tIns="180000" rIns="180000" bIns="180000"/>
          <a:lstStyle>
            <a:lvl1pPr>
              <a:defRPr b="1"/>
            </a:lvl1pPr>
          </a:lstStyle>
          <a:p>
            <a:r>
              <a:rPr lang="en-US" noProof="0"/>
              <a:t>Add a picture</a:t>
            </a:r>
          </a:p>
        </p:txBody>
      </p:sp>
      <p:sp>
        <p:nvSpPr>
          <p:cNvPr id="25" name="Caption 3">
            <a:extLst>
              <a:ext uri="{FF2B5EF4-FFF2-40B4-BE49-F238E27FC236}">
                <a16:creationId xmlns:a16="http://schemas.microsoft.com/office/drawing/2014/main" id="{122681D0-1733-4184-8DE3-4F7818D7DE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75375" y="5860800"/>
            <a:ext cx="2642400" cy="331200"/>
          </a:xfrm>
        </p:spPr>
        <p:txBody>
          <a:bodyPr tIns="36000"/>
          <a:lstStyle>
            <a:lvl1pPr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7" name="Clinical image 4">
            <a:extLst>
              <a:ext uri="{FF2B5EF4-FFF2-40B4-BE49-F238E27FC236}">
                <a16:creationId xmlns:a16="http://schemas.microsoft.com/office/drawing/2014/main" id="{45149F5E-90E9-4952-A69E-9F6C567BF48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989200" y="3981600"/>
            <a:ext cx="2638800" cy="1879200"/>
          </a:xfrm>
          <a:ln w="3175">
            <a:solidFill>
              <a:schemeClr val="bg2"/>
            </a:solidFill>
          </a:ln>
        </p:spPr>
        <p:txBody>
          <a:bodyPr lIns="180000" tIns="180000" rIns="180000" bIns="180000"/>
          <a:lstStyle>
            <a:lvl1pPr>
              <a:defRPr b="1"/>
            </a:lvl1pPr>
          </a:lstStyle>
          <a:p>
            <a:r>
              <a:rPr lang="en-US" noProof="0"/>
              <a:t>Add a picture</a:t>
            </a:r>
          </a:p>
        </p:txBody>
      </p:sp>
      <p:sp>
        <p:nvSpPr>
          <p:cNvPr id="26" name="Caption 4">
            <a:extLst>
              <a:ext uri="{FF2B5EF4-FFF2-40B4-BE49-F238E27FC236}">
                <a16:creationId xmlns:a16="http://schemas.microsoft.com/office/drawing/2014/main" id="{868D25E9-432A-40D3-8673-17F684EC8D1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85600" y="5860800"/>
            <a:ext cx="2642400" cy="331200"/>
          </a:xfrm>
        </p:spPr>
        <p:txBody>
          <a:bodyPr tIns="36000"/>
          <a:lstStyle>
            <a:lvl1pPr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9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2" name="Author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20" name="Siemens Healthineers logo">
            <a:extLst>
              <a:ext uri="{FF2B5EF4-FFF2-40B4-BE49-F238E27FC236}">
                <a16:creationId xmlns:a16="http://schemas.microsoft.com/office/drawing/2014/main" id="{BC2F1249-80CB-4DEF-AB9A-3694F6FE17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10444504" y="281267"/>
            <a:ext cx="1450797" cy="345884"/>
          </a:xfrm>
          <a:prstGeom prst="rect">
            <a:avLst/>
          </a:prstGeom>
        </p:spPr>
      </p:pic>
      <p:sp>
        <p:nvSpPr>
          <p:cNvPr id="16" name="TextBox 5">
            <a:extLst>
              <a:ext uri="{FF2B5EF4-FFF2-40B4-BE49-F238E27FC236}">
                <a16:creationId xmlns:a16="http://schemas.microsoft.com/office/drawing/2014/main" id="{A90A8933-12E0-45C6-97E3-BC14EB9B6AE2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8953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line"/>
          <p:cNvSpPr>
            <a:spLocks noGrp="1"/>
          </p:cNvSpPr>
          <p:nvPr>
            <p:ph type="title" hasCustomPrompt="1"/>
          </p:nvPr>
        </p:nvSpPr>
        <p:spPr>
          <a:xfrm>
            <a:off x="540000" y="219599"/>
            <a:ext cx="6575175" cy="832913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Title Calibri Bold 28 </a:t>
            </a:r>
            <a:r>
              <a:rPr lang="en-US" noProof="0" err="1"/>
              <a:t>pt</a:t>
            </a:r>
            <a:endParaRPr lang="de-DE"/>
          </a:p>
        </p:txBody>
      </p:sp>
      <p:sp>
        <p:nvSpPr>
          <p:cNvPr id="6" name="Content left">
            <a:extLst>
              <a:ext uri="{FF2B5EF4-FFF2-40B4-BE49-F238E27FC236}">
                <a16:creationId xmlns:a16="http://schemas.microsoft.com/office/drawing/2014/main" id="{B8F2235E-1561-4540-BBA6-ED3314518FC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237163" y="1620000"/>
            <a:ext cx="4518000" cy="2520000"/>
          </a:xfrm>
        </p:spPr>
        <p:txBody>
          <a:bodyPr tIns="144000" bIns="144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/>
              <a:t>Headline Calibri Bold 16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1" name="Content right">
            <a:extLst>
              <a:ext uri="{FF2B5EF4-FFF2-40B4-BE49-F238E27FC236}">
                <a16:creationId xmlns:a16="http://schemas.microsoft.com/office/drawing/2014/main" id="{0FB035AA-D8D6-455D-B8AF-CD2D66504C3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40000" y="1620000"/>
            <a:ext cx="4518000" cy="2520000"/>
          </a:xfrm>
        </p:spPr>
        <p:txBody>
          <a:bodyPr tIns="144000" bIns="144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/>
              <a:t>Headline Calibri Bold 16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9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2" name="Author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88" name="Siemens Healthineers logo">
            <a:extLst>
              <a:ext uri="{FF2B5EF4-FFF2-40B4-BE49-F238E27FC236}">
                <a16:creationId xmlns:a16="http://schemas.microsoft.com/office/drawing/2014/main" id="{B6178E59-1497-433B-BBC8-B4CC5BE3F2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51473639-ECE2-4063-9B15-15644125E299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086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>
            <a:spLocks noGrp="1"/>
          </p:cNvSpPr>
          <p:nvPr>
            <p:ph type="title"/>
          </p:nvPr>
        </p:nvSpPr>
        <p:spPr>
          <a:xfrm>
            <a:off x="540000" y="219599"/>
            <a:ext cx="9210425" cy="8329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Title Calibri Bold 28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540000" y="1623600"/>
            <a:ext cx="9210425" cy="457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5" name="Author"/>
          <p:cNvSpPr>
            <a:spLocks noGrp="1"/>
          </p:cNvSpPr>
          <p:nvPr>
            <p:ph type="ftr" sz="quarter" idx="3"/>
          </p:nvPr>
        </p:nvSpPr>
        <p:spPr>
          <a:xfrm>
            <a:off x="8054975" y="6340471"/>
            <a:ext cx="3259452" cy="144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Author | Department</a:t>
            </a:r>
          </a:p>
        </p:txBody>
      </p:sp>
      <p:grpSp>
        <p:nvGrpSpPr>
          <p:cNvPr id="4" name="Marker">
            <a:extLst>
              <a:ext uri="{FF2B5EF4-FFF2-40B4-BE49-F238E27FC236}">
                <a16:creationId xmlns:a16="http://schemas.microsoft.com/office/drawing/2014/main" id="{177468D6-3548-46CA-8691-336AA6DB769A}"/>
              </a:ext>
            </a:extLst>
          </p:cNvPr>
          <p:cNvGrpSpPr/>
          <p:nvPr userDrawn="1"/>
        </p:nvGrpSpPr>
        <p:grpSpPr>
          <a:xfrm>
            <a:off x="-468000" y="-360000"/>
            <a:ext cx="12999600" cy="7578000"/>
            <a:chOff x="-468000" y="-360000"/>
            <a:chExt cx="12999600" cy="7578000"/>
          </a:xfrm>
        </p:grpSpPr>
        <p:cxnSp>
          <p:nvCxnSpPr>
            <p:cNvPr id="41" name="Gerade Verbindung 40"/>
            <p:cNvCxnSpPr/>
            <p:nvPr userDrawn="1"/>
          </p:nvCxnSpPr>
          <p:spPr>
            <a:xfrm>
              <a:off x="5400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42"/>
            <p:cNvCxnSpPr/>
            <p:nvPr userDrawn="1"/>
          </p:nvCxnSpPr>
          <p:spPr>
            <a:xfrm>
              <a:off x="5400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45"/>
            <p:cNvCxnSpPr/>
            <p:nvPr userDrawn="1"/>
          </p:nvCxnSpPr>
          <p:spPr>
            <a:xfrm>
              <a:off x="1299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 Verbindung 46"/>
            <p:cNvCxnSpPr/>
            <p:nvPr userDrawn="1"/>
          </p:nvCxnSpPr>
          <p:spPr>
            <a:xfrm>
              <a:off x="1299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48"/>
            <p:cNvCxnSpPr/>
            <p:nvPr userDrawn="1"/>
          </p:nvCxnSpPr>
          <p:spPr>
            <a:xfrm>
              <a:off x="1479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49"/>
            <p:cNvCxnSpPr/>
            <p:nvPr userDrawn="1"/>
          </p:nvCxnSpPr>
          <p:spPr>
            <a:xfrm>
              <a:off x="1479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 Verbindung 51"/>
            <p:cNvCxnSpPr/>
            <p:nvPr userDrawn="1"/>
          </p:nvCxnSpPr>
          <p:spPr>
            <a:xfrm>
              <a:off x="2239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 Verbindung 52"/>
            <p:cNvCxnSpPr/>
            <p:nvPr userDrawn="1"/>
          </p:nvCxnSpPr>
          <p:spPr>
            <a:xfrm>
              <a:off x="2239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 Verbindung 54"/>
            <p:cNvCxnSpPr/>
            <p:nvPr userDrawn="1"/>
          </p:nvCxnSpPr>
          <p:spPr>
            <a:xfrm>
              <a:off x="2419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 Verbindung 55"/>
            <p:cNvCxnSpPr/>
            <p:nvPr userDrawn="1"/>
          </p:nvCxnSpPr>
          <p:spPr>
            <a:xfrm>
              <a:off x="2419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57"/>
            <p:cNvCxnSpPr/>
            <p:nvPr userDrawn="1"/>
          </p:nvCxnSpPr>
          <p:spPr>
            <a:xfrm>
              <a:off x="31781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 Verbindung 58"/>
            <p:cNvCxnSpPr/>
            <p:nvPr userDrawn="1"/>
          </p:nvCxnSpPr>
          <p:spPr>
            <a:xfrm>
              <a:off x="31781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 Verbindung 60"/>
            <p:cNvCxnSpPr/>
            <p:nvPr userDrawn="1"/>
          </p:nvCxnSpPr>
          <p:spPr>
            <a:xfrm>
              <a:off x="335915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 Verbindung 61"/>
            <p:cNvCxnSpPr/>
            <p:nvPr userDrawn="1"/>
          </p:nvCxnSpPr>
          <p:spPr>
            <a:xfrm>
              <a:off x="335915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 Verbindung 63"/>
            <p:cNvCxnSpPr/>
            <p:nvPr userDrawn="1"/>
          </p:nvCxnSpPr>
          <p:spPr>
            <a:xfrm>
              <a:off x="41148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 Verbindung 64"/>
            <p:cNvCxnSpPr/>
            <p:nvPr userDrawn="1"/>
          </p:nvCxnSpPr>
          <p:spPr>
            <a:xfrm>
              <a:off x="41148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 Verbindung 66"/>
            <p:cNvCxnSpPr/>
            <p:nvPr userDrawn="1"/>
          </p:nvCxnSpPr>
          <p:spPr>
            <a:xfrm>
              <a:off x="42957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 Verbindung 67"/>
            <p:cNvCxnSpPr/>
            <p:nvPr userDrawn="1"/>
          </p:nvCxnSpPr>
          <p:spPr>
            <a:xfrm>
              <a:off x="42957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 Verbindung 69"/>
            <p:cNvCxnSpPr/>
            <p:nvPr userDrawn="1"/>
          </p:nvCxnSpPr>
          <p:spPr>
            <a:xfrm>
              <a:off x="5054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 Verbindung 70"/>
            <p:cNvCxnSpPr/>
            <p:nvPr userDrawn="1"/>
          </p:nvCxnSpPr>
          <p:spPr>
            <a:xfrm>
              <a:off x="5054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Gerade Verbindung 72"/>
            <p:cNvCxnSpPr/>
            <p:nvPr userDrawn="1"/>
          </p:nvCxnSpPr>
          <p:spPr>
            <a:xfrm>
              <a:off x="52355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Gerade Verbindung 73"/>
            <p:cNvCxnSpPr/>
            <p:nvPr userDrawn="1"/>
          </p:nvCxnSpPr>
          <p:spPr>
            <a:xfrm>
              <a:off x="52355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Gerade Verbindung 75"/>
            <p:cNvCxnSpPr/>
            <p:nvPr userDrawn="1"/>
          </p:nvCxnSpPr>
          <p:spPr>
            <a:xfrm>
              <a:off x="59944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Gerade Verbindung 76"/>
            <p:cNvCxnSpPr/>
            <p:nvPr userDrawn="1"/>
          </p:nvCxnSpPr>
          <p:spPr>
            <a:xfrm>
              <a:off x="59944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 Verbindung 78"/>
            <p:cNvCxnSpPr/>
            <p:nvPr userDrawn="1"/>
          </p:nvCxnSpPr>
          <p:spPr>
            <a:xfrm>
              <a:off x="61753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 Verbindung 79"/>
            <p:cNvCxnSpPr/>
            <p:nvPr userDrawn="1"/>
          </p:nvCxnSpPr>
          <p:spPr>
            <a:xfrm>
              <a:off x="61753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 Verbindung 81"/>
            <p:cNvCxnSpPr/>
            <p:nvPr userDrawn="1"/>
          </p:nvCxnSpPr>
          <p:spPr>
            <a:xfrm>
              <a:off x="6934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Gerade Verbindung 82"/>
            <p:cNvCxnSpPr/>
            <p:nvPr userDrawn="1"/>
          </p:nvCxnSpPr>
          <p:spPr>
            <a:xfrm>
              <a:off x="6934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 Verbindung 84"/>
            <p:cNvCxnSpPr/>
            <p:nvPr userDrawn="1"/>
          </p:nvCxnSpPr>
          <p:spPr>
            <a:xfrm>
              <a:off x="7114826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 Verbindung 85"/>
            <p:cNvCxnSpPr/>
            <p:nvPr userDrawn="1"/>
          </p:nvCxnSpPr>
          <p:spPr>
            <a:xfrm>
              <a:off x="7114826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Gerade Verbindung 87"/>
            <p:cNvCxnSpPr/>
            <p:nvPr userDrawn="1"/>
          </p:nvCxnSpPr>
          <p:spPr>
            <a:xfrm>
              <a:off x="78740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Gerade Verbindung 88"/>
            <p:cNvCxnSpPr/>
            <p:nvPr userDrawn="1"/>
          </p:nvCxnSpPr>
          <p:spPr>
            <a:xfrm>
              <a:off x="78740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Gerade Verbindung 90"/>
            <p:cNvCxnSpPr/>
            <p:nvPr userDrawn="1"/>
          </p:nvCxnSpPr>
          <p:spPr>
            <a:xfrm>
              <a:off x="80549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Gerade Verbindung 91"/>
            <p:cNvCxnSpPr/>
            <p:nvPr userDrawn="1"/>
          </p:nvCxnSpPr>
          <p:spPr>
            <a:xfrm>
              <a:off x="80549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Gerade Verbindung 93"/>
            <p:cNvCxnSpPr/>
            <p:nvPr userDrawn="1"/>
          </p:nvCxnSpPr>
          <p:spPr>
            <a:xfrm>
              <a:off x="88138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Gerade Verbindung 94"/>
            <p:cNvCxnSpPr/>
            <p:nvPr userDrawn="1"/>
          </p:nvCxnSpPr>
          <p:spPr>
            <a:xfrm>
              <a:off x="88138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Gerade Verbindung 96"/>
            <p:cNvCxnSpPr/>
            <p:nvPr userDrawn="1"/>
          </p:nvCxnSpPr>
          <p:spPr>
            <a:xfrm>
              <a:off x="89947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Gerade Verbindung 97"/>
            <p:cNvCxnSpPr/>
            <p:nvPr userDrawn="1"/>
          </p:nvCxnSpPr>
          <p:spPr>
            <a:xfrm>
              <a:off x="89947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Gerade Verbindung 99"/>
            <p:cNvCxnSpPr/>
            <p:nvPr userDrawn="1"/>
          </p:nvCxnSpPr>
          <p:spPr>
            <a:xfrm>
              <a:off x="9751003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Gerade Verbindung 100"/>
            <p:cNvCxnSpPr/>
            <p:nvPr userDrawn="1"/>
          </p:nvCxnSpPr>
          <p:spPr>
            <a:xfrm>
              <a:off x="9751003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Gerade Verbindung 102"/>
            <p:cNvCxnSpPr/>
            <p:nvPr userDrawn="1"/>
          </p:nvCxnSpPr>
          <p:spPr>
            <a:xfrm>
              <a:off x="99282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Gerade Verbindung 103"/>
            <p:cNvCxnSpPr/>
            <p:nvPr userDrawn="1"/>
          </p:nvCxnSpPr>
          <p:spPr>
            <a:xfrm>
              <a:off x="99282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Gerade Verbindung 105"/>
            <p:cNvCxnSpPr/>
            <p:nvPr userDrawn="1"/>
          </p:nvCxnSpPr>
          <p:spPr>
            <a:xfrm>
              <a:off x="106902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Gerade Verbindung 106"/>
            <p:cNvCxnSpPr/>
            <p:nvPr userDrawn="1"/>
          </p:nvCxnSpPr>
          <p:spPr>
            <a:xfrm>
              <a:off x="106902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Gerade Verbindung 108"/>
            <p:cNvCxnSpPr/>
            <p:nvPr userDrawn="1"/>
          </p:nvCxnSpPr>
          <p:spPr>
            <a:xfrm>
              <a:off x="108680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Gerade Verbindung 109"/>
            <p:cNvCxnSpPr/>
            <p:nvPr userDrawn="1"/>
          </p:nvCxnSpPr>
          <p:spPr>
            <a:xfrm>
              <a:off x="108680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Gerade Verbindung 111"/>
            <p:cNvCxnSpPr/>
            <p:nvPr userDrawn="1"/>
          </p:nvCxnSpPr>
          <p:spPr>
            <a:xfrm>
              <a:off x="11628438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Gerade Verbindung 112"/>
            <p:cNvCxnSpPr/>
            <p:nvPr userDrawn="1"/>
          </p:nvCxnSpPr>
          <p:spPr>
            <a:xfrm>
              <a:off x="11628438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Gerade Verbindung 114"/>
            <p:cNvCxnSpPr/>
            <p:nvPr userDrawn="1"/>
          </p:nvCxnSpPr>
          <p:spPr>
            <a:xfrm rot="5400000">
              <a:off x="-360000" y="151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Gerade Verbindung 116"/>
            <p:cNvCxnSpPr/>
            <p:nvPr userDrawn="1"/>
          </p:nvCxnSpPr>
          <p:spPr>
            <a:xfrm rot="5400000">
              <a:off x="-360000" y="6084838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Gerade Verbindung 117"/>
            <p:cNvCxnSpPr/>
            <p:nvPr userDrawn="1"/>
          </p:nvCxnSpPr>
          <p:spPr>
            <a:xfrm rot="5400000">
              <a:off x="12423600" y="151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Gerade Verbindung 118"/>
            <p:cNvCxnSpPr/>
            <p:nvPr userDrawn="1"/>
          </p:nvCxnSpPr>
          <p:spPr>
            <a:xfrm rot="5400000">
              <a:off x="12423600" y="6084838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Restricted">
            <a:extLst>
              <a:ext uri="{FF2B5EF4-FFF2-40B4-BE49-F238E27FC236}">
                <a16:creationId xmlns:a16="http://schemas.microsoft.com/office/drawing/2014/main" id="{80B62AD4-5C66-42D5-BF2D-D5624DB31253}"/>
              </a:ext>
            </a:extLst>
          </p:cNvPr>
          <p:cNvSpPr txBox="1"/>
          <p:nvPr userDrawn="1"/>
        </p:nvSpPr>
        <p:spPr>
          <a:xfrm>
            <a:off x="8056564" y="6519470"/>
            <a:ext cx="357187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000" err="1">
                <a:solidFill>
                  <a:schemeClr val="tx1"/>
                </a:solidFill>
              </a:rPr>
              <a:t>Restricted</a:t>
            </a:r>
            <a:r>
              <a:rPr lang="de-DE" sz="1000">
                <a:solidFill>
                  <a:schemeClr val="tx1"/>
                </a:solidFill>
              </a:rPr>
              <a:t> © Siemens Healthineers, </a:t>
            </a:r>
            <a:fld id="{CDC078A8-A4E0-4E4E-8927-2F3FB572D3D0}" type="datetimeyyyy">
              <a:rPr lang="de-DE" sz="1000" smtClean="0">
                <a:solidFill>
                  <a:schemeClr val="tx1"/>
                </a:solidFill>
              </a:rPr>
              <a:t>2026</a:t>
            </a:fld>
            <a:endParaRPr lang="de-DE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197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715" r:id="rId2"/>
    <p:sldLayoutId id="2147483717" r:id="rId3"/>
    <p:sldLayoutId id="2147483729" r:id="rId4"/>
    <p:sldLayoutId id="2147483733" r:id="rId5"/>
    <p:sldLayoutId id="2147483718" r:id="rId6"/>
    <p:sldLayoutId id="2147483716" r:id="rId7"/>
    <p:sldLayoutId id="2147483725" r:id="rId8"/>
    <p:sldLayoutId id="2147483724" r:id="rId9"/>
    <p:sldLayoutId id="2147483698" r:id="rId10"/>
    <p:sldLayoutId id="2147483723" r:id="rId11"/>
    <p:sldLayoutId id="2147483721" r:id="rId12"/>
    <p:sldLayoutId id="2147483706" r:id="rId13"/>
    <p:sldLayoutId id="2147483730" r:id="rId14"/>
    <p:sldLayoutId id="2147483692" r:id="rId15"/>
    <p:sldLayoutId id="2147483719" r:id="rId16"/>
    <p:sldLayoutId id="2147483731" r:id="rId17"/>
    <p:sldLayoutId id="2147483727" r:id="rId18"/>
    <p:sldLayoutId id="2147483710" r:id="rId19"/>
    <p:sldLayoutId id="2147483712" r:id="rId20"/>
    <p:sldLayoutId id="2147483702" r:id="rId21"/>
    <p:sldLayoutId id="2147483732" r:id="rId22"/>
    <p:sldLayoutId id="2147483726" r:id="rId2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Clr>
          <a:schemeClr val="bg2"/>
        </a:buClr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ct val="100000"/>
        </a:lnSpc>
        <a:spcBef>
          <a:spcPts val="0"/>
        </a:spcBef>
        <a:buClrTx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432000" indent="-2160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648000" indent="-2160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864000" marR="0" indent="-2160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216000" algn="l" defTabSz="914400" rtl="0" eaLnBrk="1" latinLnBrk="0" hangingPunct="1"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96000" marR="0" indent="-2160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spcBef>
          <a:spcPts val="16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0" userDrawn="1">
          <p15:clr>
            <a:srgbClr val="F26B43"/>
          </p15:clr>
        </p15:guide>
        <p15:guide id="2" pos="819" userDrawn="1">
          <p15:clr>
            <a:srgbClr val="F26B43"/>
          </p15:clr>
        </p15:guide>
        <p15:guide id="3" pos="930" userDrawn="1">
          <p15:clr>
            <a:srgbClr val="F26B43"/>
          </p15:clr>
        </p15:guide>
        <p15:guide id="4" pos="1410" userDrawn="1">
          <p15:clr>
            <a:srgbClr val="F26B43"/>
          </p15:clr>
        </p15:guide>
        <p15:guide id="5" pos="1524" userDrawn="1">
          <p15:clr>
            <a:srgbClr val="F26B43"/>
          </p15:clr>
        </p15:guide>
        <p15:guide id="6" pos="2003" userDrawn="1">
          <p15:clr>
            <a:srgbClr val="F26B43"/>
          </p15:clr>
        </p15:guide>
        <p15:guide id="7" pos="2117" userDrawn="1">
          <p15:clr>
            <a:srgbClr val="F26B43"/>
          </p15:clr>
        </p15:guide>
        <p15:guide id="8" pos="2592" userDrawn="1">
          <p15:clr>
            <a:srgbClr val="F26B43"/>
          </p15:clr>
        </p15:guide>
        <p15:guide id="9" pos="2705" userDrawn="1">
          <p15:clr>
            <a:srgbClr val="F26B43"/>
          </p15:clr>
        </p15:guide>
        <p15:guide id="10" pos="3185" userDrawn="1">
          <p15:clr>
            <a:srgbClr val="F26B43"/>
          </p15:clr>
        </p15:guide>
        <p15:guide id="11" pos="3299" userDrawn="1">
          <p15:clr>
            <a:srgbClr val="F26B43"/>
          </p15:clr>
        </p15:guide>
        <p15:guide id="12" pos="3776" userDrawn="1">
          <p15:clr>
            <a:srgbClr val="F26B43"/>
          </p15:clr>
        </p15:guide>
        <p15:guide id="13" pos="3890" userDrawn="1">
          <p15:clr>
            <a:srgbClr val="F26B43"/>
          </p15:clr>
        </p15:guide>
        <p15:guide id="14" pos="4368" userDrawn="1">
          <p15:clr>
            <a:srgbClr val="F26B43"/>
          </p15:clr>
        </p15:guide>
        <p15:guide id="15" pos="4482" userDrawn="1">
          <p15:clr>
            <a:srgbClr val="F26B43"/>
          </p15:clr>
        </p15:guide>
        <p15:guide id="16" pos="4959" userDrawn="1">
          <p15:clr>
            <a:srgbClr val="F26B43"/>
          </p15:clr>
        </p15:guide>
        <p15:guide id="17" pos="5075" userDrawn="1">
          <p15:clr>
            <a:srgbClr val="F26B43"/>
          </p15:clr>
        </p15:guide>
        <p15:guide id="18" pos="5552" userDrawn="1">
          <p15:clr>
            <a:srgbClr val="F26B43"/>
          </p15:clr>
        </p15:guide>
        <p15:guide id="19" pos="5666" userDrawn="1">
          <p15:clr>
            <a:srgbClr val="F26B43"/>
          </p15:clr>
        </p15:guide>
        <p15:guide id="20" pos="6143" userDrawn="1">
          <p15:clr>
            <a:srgbClr val="F26B43"/>
          </p15:clr>
        </p15:guide>
        <p15:guide id="21" pos="6254" userDrawn="1">
          <p15:clr>
            <a:srgbClr val="F26B43"/>
          </p15:clr>
        </p15:guide>
        <p15:guide id="22" pos="6734" userDrawn="1">
          <p15:clr>
            <a:srgbClr val="F26B43"/>
          </p15:clr>
        </p15:guide>
        <p15:guide id="23" pos="6846" userDrawn="1">
          <p15:clr>
            <a:srgbClr val="F26B43"/>
          </p15:clr>
        </p15:guide>
        <p15:guide id="24" pos="7325" userDrawn="1">
          <p15:clr>
            <a:srgbClr val="F26B43"/>
          </p15:clr>
        </p15:guide>
        <p15:guide id="26" orient="horz" pos="3902" userDrawn="1">
          <p15:clr>
            <a:srgbClr val="F26B43"/>
          </p15:clr>
        </p15:guide>
        <p15:guide id="27" orient="horz" pos="663" userDrawn="1">
          <p15:clr>
            <a:srgbClr val="F26B43"/>
          </p15:clr>
        </p15:guide>
        <p15:guide id="28" orient="horz" pos="10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A1063A-9919-158B-6F42-BF504D014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617" y="1097112"/>
            <a:ext cx="7151158" cy="5087333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2" name="Subhead"/>
          <p:cNvSpPr>
            <a:spLocks noGrp="1"/>
          </p:cNvSpPr>
          <p:nvPr>
            <p:ph type="ctrTitle"/>
          </p:nvPr>
        </p:nvSpPr>
        <p:spPr>
          <a:xfrm>
            <a:off x="539999" y="3640779"/>
            <a:ext cx="11411935" cy="405570"/>
          </a:xfrm>
          <a:solidFill>
            <a:srgbClr val="FFFFFF">
              <a:alpha val="62000"/>
            </a:srgbClr>
          </a:solidFill>
        </p:spPr>
        <p:txBody>
          <a:bodyPr/>
          <a:lstStyle/>
          <a:p>
            <a:r>
              <a:rPr lang="en-US" sz="2400" dirty="0">
                <a:solidFill>
                  <a:schemeClr val="accent3">
                    <a:lumMod val="75000"/>
                  </a:schemeClr>
                </a:solidFill>
              </a:rPr>
              <a:t>Automating GitHub Copilot Chat: The Missing Bridge Inside Visual Studio</a:t>
            </a:r>
          </a:p>
        </p:txBody>
      </p:sp>
      <p:sp>
        <p:nvSpPr>
          <p:cNvPr id="3" name="Headline"/>
          <p:cNvSpPr>
            <a:spLocks noGrp="1"/>
          </p:cNvSpPr>
          <p:nvPr>
            <p:ph type="subTitle" idx="1"/>
          </p:nvPr>
        </p:nvSpPr>
        <p:spPr>
          <a:xfrm>
            <a:off x="540000" y="1773277"/>
            <a:ext cx="11411936" cy="1241160"/>
          </a:xfrm>
          <a:solidFill>
            <a:schemeClr val="bg1">
              <a:alpha val="65000"/>
            </a:schemeClr>
          </a:solidFill>
        </p:spPr>
        <p:txBody>
          <a:bodyPr/>
          <a:lstStyle/>
          <a:p>
            <a:r>
              <a:rPr lang="en-US" sz="4800" dirty="0"/>
              <a:t>Shadow Pilot – Visual Studio Copilot Extension - </a:t>
            </a:r>
            <a:r>
              <a:rPr lang="en-US" sz="3200" dirty="0">
                <a:solidFill>
                  <a:srgbClr val="0070C0"/>
                </a:solidFill>
              </a:rPr>
              <a:t>AI Workflow. One Click</a:t>
            </a:r>
            <a:endParaRPr lang="en-US" sz="4800" dirty="0">
              <a:solidFill>
                <a:srgbClr val="0070C0"/>
              </a:solidFill>
            </a:endParaRPr>
          </a:p>
        </p:txBody>
      </p:sp>
      <p:sp>
        <p:nvSpPr>
          <p:cNvPr id="4" name="Presenter"/>
          <p:cNvSpPr>
            <a:spLocks noGrp="1"/>
          </p:cNvSpPr>
          <p:nvPr>
            <p:ph type="body" sz="quarter" idx="16"/>
          </p:nvPr>
        </p:nvSpPr>
        <p:spPr>
          <a:xfrm>
            <a:off x="539999" y="5473993"/>
            <a:ext cx="2441740" cy="405570"/>
          </a:xfrm>
        </p:spPr>
        <p:txBody>
          <a:bodyPr/>
          <a:lstStyle/>
          <a:p>
            <a:r>
              <a:rPr lang="nl-NL" dirty="0"/>
              <a:t>Arun Devadiga</a:t>
            </a:r>
            <a:br>
              <a:rPr lang="nl-NL" dirty="0"/>
            </a:br>
            <a:r>
              <a:rPr lang="en-US" sz="1200" dirty="0"/>
              <a:t>SHS TE DC IND DI-CT</a:t>
            </a:r>
            <a:endParaRPr lang="nl-NL" sz="1200" dirty="0"/>
          </a:p>
        </p:txBody>
      </p:sp>
      <p:sp>
        <p:nvSpPr>
          <p:cNvPr id="6" name="Presenter">
            <a:extLst>
              <a:ext uri="{FF2B5EF4-FFF2-40B4-BE49-F238E27FC236}">
                <a16:creationId xmlns:a16="http://schemas.microsoft.com/office/drawing/2014/main" id="{12538981-9F40-07BB-2E5E-6355236D37F7}"/>
              </a:ext>
            </a:extLst>
          </p:cNvPr>
          <p:cNvSpPr txBox="1">
            <a:spLocks/>
          </p:cNvSpPr>
          <p:nvPr/>
        </p:nvSpPr>
        <p:spPr>
          <a:xfrm>
            <a:off x="540000" y="4046349"/>
            <a:ext cx="1249043" cy="3076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marR="0" indent="-216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2160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96000" marR="0" indent="-216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spcBef>
                <a:spcPts val="16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Initial Version</a:t>
            </a:r>
          </a:p>
          <a:p>
            <a:br>
              <a:rPr lang="en-US" sz="1200" dirty="0">
                <a:solidFill>
                  <a:srgbClr val="0070C0"/>
                </a:solidFill>
              </a:rPr>
            </a:br>
            <a:endParaRPr lang="en-US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7055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E478A46A-F754-4114-8F23-740239AA3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19599"/>
            <a:ext cx="8522519" cy="832913"/>
          </a:xfrm>
        </p:spPr>
        <p:txBody>
          <a:bodyPr/>
          <a:lstStyle/>
          <a:p>
            <a:r>
              <a:rPr lang="en-US" sz="3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Why this Extension is important?</a:t>
            </a:r>
            <a:br>
              <a:rPr lang="en-US" sz="3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US" sz="3600" b="1" dirty="0"/>
            </a:br>
            <a:br>
              <a:rPr lang="en-US" sz="3600" b="1" dirty="0"/>
            </a:br>
            <a:endParaRPr lang="en-US" sz="3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0C27B9-5728-8392-3F70-763F89AA1971}"/>
              </a:ext>
            </a:extLst>
          </p:cNvPr>
          <p:cNvSpPr txBox="1"/>
          <p:nvPr/>
        </p:nvSpPr>
        <p:spPr>
          <a:xfrm>
            <a:off x="539999" y="1052512"/>
            <a:ext cx="11089776" cy="50237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Limitation on GitHub Copilot Side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dirty="0"/>
              <a:t>Agent Mode exists only in VS Code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dirty="0"/>
              <a:t>Copilot in Visual Studio exposes </a:t>
            </a:r>
            <a:r>
              <a:rPr lang="en-US" sz="1600" i="1" dirty="0"/>
              <a:t>zero</a:t>
            </a:r>
            <a:r>
              <a:rPr lang="en-US" sz="1600" dirty="0"/>
              <a:t> APIs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dirty="0"/>
              <a:t>No way to inject system prompts or submit messages programmatically</a:t>
            </a:r>
            <a:br>
              <a:rPr lang="en-US" sz="1600" dirty="0"/>
            </a:br>
            <a:endParaRPr lang="en-US" sz="1600" dirty="0"/>
          </a:p>
          <a:p>
            <a:r>
              <a:rPr lang="en-US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Limitation on Visual Studio Side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dirty="0"/>
              <a:t>VSIX API cannot reach Copilot’s chat UI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dirty="0"/>
              <a:t>No official way to build Copilot automation or agents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dirty="0"/>
              <a:t>Copilot chat is essentially a black box</a:t>
            </a:r>
            <a:br>
              <a:rPr lang="en-US" sz="1600" dirty="0"/>
            </a:br>
            <a:endParaRPr lang="en-US" b="1" kern="100" dirty="0">
              <a:solidFill>
                <a:srgbClr val="0070C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It’s a combined limitation</a:t>
            </a:r>
            <a:endParaRPr lang="en-US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dirty="0"/>
              <a:t>Visual Studio → No extensibility API for Copilot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dirty="0"/>
              <a:t>GitHub Copilot → No support for agents or prompt injection in Visual Studio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600" dirty="0"/>
              <a:t>Visual Studio has no API for Copilot, and GitHub Copilot doesn’t expose Agent Mode in Visual Studio.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597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2AEC2-161F-7410-5796-AE8D4CDE1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28BC7893-8575-ECBC-AD8A-7A65FB8D2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19599"/>
            <a:ext cx="8522519" cy="832913"/>
          </a:xfrm>
        </p:spPr>
        <p:txBody>
          <a:bodyPr/>
          <a:lstStyle/>
          <a:p>
            <a:r>
              <a:rPr lang="en-US" sz="3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Advantages</a:t>
            </a:r>
            <a:br>
              <a:rPr lang="en-US" sz="3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US" sz="3600" b="1" dirty="0"/>
            </a:br>
            <a:br>
              <a:rPr lang="en-US" sz="3600" b="1" dirty="0"/>
            </a:br>
            <a:endParaRPr lang="en-US" sz="3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7F19B6-13E6-F1B5-94B3-94CBD45F62DC}"/>
              </a:ext>
            </a:extLst>
          </p:cNvPr>
          <p:cNvSpPr txBox="1"/>
          <p:nvPr/>
        </p:nvSpPr>
        <p:spPr>
          <a:xfrm>
            <a:off x="539999" y="1052512"/>
            <a:ext cx="11089776" cy="38779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Bring Agent-like Experience to Visual Studio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Enables structured AI workflows inside Visual Studio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Mimics agent behavior without official APIs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No need to switch IDEs</a:t>
            </a:r>
            <a:br>
              <a:rPr lang="en-US" sz="1200" b="1" dirty="0"/>
            </a:br>
            <a:r>
              <a:rPr lang="en-US" sz="1200" b="1" dirty="0"/>
              <a:t>Impact:</a:t>
            </a:r>
            <a:r>
              <a:rPr lang="en-US" sz="1200" dirty="0"/>
              <a:t> Teams stay in their primary development environment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dirty="0"/>
          </a:p>
          <a:p>
            <a:r>
              <a:rPr lang="en-US" sz="1600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One-Click AI Workflow Execution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Click an agent → Opens Copilot Chat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Injects structured prompts automatically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Triggers execution instantly</a:t>
            </a:r>
            <a:br>
              <a:rPr lang="en-US" sz="1200" dirty="0"/>
            </a:br>
            <a:r>
              <a:rPr lang="en-US" sz="1200" b="1" dirty="0"/>
              <a:t>Impact:</a:t>
            </a:r>
            <a:r>
              <a:rPr lang="en-US" sz="1200" dirty="0"/>
              <a:t> Reduces manual copy-paste effort</a:t>
            </a:r>
            <a:br>
              <a:rPr lang="en-US" sz="1200" dirty="0"/>
            </a:br>
            <a:r>
              <a:rPr lang="en-US" sz="1200" dirty="0"/>
              <a:t>               Standardizes AI usage across teams</a:t>
            </a:r>
            <a:br>
              <a:rPr lang="en-US" sz="1400" dirty="0"/>
            </a:br>
            <a:endParaRPr lang="en-US" sz="1400" dirty="0"/>
          </a:p>
          <a:p>
            <a:r>
              <a:rPr lang="en-US" sz="1600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Centralized &amp; Always Updated Instructions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Reads agent instructions from shared location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Ensures everyone uses the latest version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Eliminates outdated prompt usage</a:t>
            </a:r>
            <a:br>
              <a:rPr lang="en-US" sz="1200" dirty="0"/>
            </a:br>
            <a:r>
              <a:rPr lang="en-US" sz="1200" b="1" dirty="0"/>
              <a:t>Impact: </a:t>
            </a:r>
            <a:r>
              <a:rPr lang="en-US" sz="1200" dirty="0"/>
              <a:t>Governance + consistency across projects</a:t>
            </a:r>
          </a:p>
          <a:p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951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F1AA0-1D27-59DD-B4FF-90FF7EF3B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8906B9CD-6BFA-185C-AA8F-8E7310D51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19599"/>
            <a:ext cx="8522519" cy="832913"/>
          </a:xfrm>
        </p:spPr>
        <p:txBody>
          <a:bodyPr/>
          <a:lstStyle/>
          <a:p>
            <a:r>
              <a:rPr lang="en-US" sz="3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Advantages</a:t>
            </a:r>
            <a:br>
              <a:rPr lang="en-US" sz="3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US" sz="3600" b="1" dirty="0"/>
            </a:br>
            <a:br>
              <a:rPr lang="en-US" sz="3600" b="1" dirty="0"/>
            </a:br>
            <a:endParaRPr lang="en-US" sz="3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85A12E-91E4-CD10-D5C9-88CEE1A52355}"/>
              </a:ext>
            </a:extLst>
          </p:cNvPr>
          <p:cNvSpPr txBox="1"/>
          <p:nvPr/>
        </p:nvSpPr>
        <p:spPr>
          <a:xfrm>
            <a:off x="539999" y="1052512"/>
            <a:ext cx="11089776" cy="43704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Multi-File Instruction Bundling</a:t>
            </a:r>
            <a:br>
              <a:rPr lang="en-US" sz="1600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200" dirty="0"/>
              <a:t>Automatically loads:</a:t>
            </a:r>
          </a:p>
          <a:p>
            <a:pPr marL="285750" lvl="1" indent="-285750">
              <a:buFont typeface="Wingdings" panose="05000000000000000000" pitchFamily="2" charset="2"/>
              <a:buChar char="q"/>
            </a:pPr>
            <a:r>
              <a:rPr lang="en-US" sz="1200" dirty="0"/>
              <a:t>Architecture guidelines</a:t>
            </a:r>
          </a:p>
          <a:p>
            <a:pPr marL="285750" lvl="1" indent="-285750">
              <a:buFont typeface="Wingdings" panose="05000000000000000000" pitchFamily="2" charset="2"/>
              <a:buChar char="q"/>
            </a:pPr>
            <a:r>
              <a:rPr lang="en-US" sz="1200" dirty="0"/>
              <a:t>Coding standards</a:t>
            </a:r>
          </a:p>
          <a:p>
            <a:pPr marL="285750" lvl="1" indent="-285750">
              <a:buFont typeface="Wingdings" panose="05000000000000000000" pitchFamily="2" charset="2"/>
              <a:buChar char="q"/>
            </a:pPr>
            <a:r>
              <a:rPr lang="en-US" sz="1200" dirty="0"/>
              <a:t>Test rules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Injects everything together</a:t>
            </a:r>
          </a:p>
          <a:p>
            <a:r>
              <a:rPr lang="en-US" sz="1200" b="1" dirty="0"/>
              <a:t>Impact:</a:t>
            </a:r>
            <a:r>
              <a:rPr lang="en-US" sz="1200" dirty="0"/>
              <a:t> Enterprise-grade prompt orchestration</a:t>
            </a:r>
          </a:p>
          <a:p>
            <a:endParaRPr lang="en-US" sz="1200" dirty="0"/>
          </a:p>
          <a:p>
            <a:r>
              <a:rPr lang="en-US" sz="1600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Instruction Layering with Precedence</a:t>
            </a:r>
            <a:br>
              <a:rPr lang="en-US" sz="1600" dirty="0"/>
            </a:br>
            <a:r>
              <a:rPr lang="en-US" sz="1200" dirty="0"/>
              <a:t>Supports ordered layers: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Org-level rules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Project-level rules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Agent-level instructions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User prompt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Higher priority rules are never overridden.</a:t>
            </a:r>
          </a:p>
          <a:p>
            <a:r>
              <a:rPr lang="en-US" sz="1200" b="1" dirty="0"/>
              <a:t>Impact:</a:t>
            </a:r>
            <a:r>
              <a:rPr lang="en-US" sz="1200" dirty="0"/>
              <a:t> Strong compliance + controlled AI behavior</a:t>
            </a:r>
            <a:br>
              <a:rPr lang="en-US" sz="1400" dirty="0"/>
            </a:br>
            <a:endParaRPr lang="en-US" sz="1400" dirty="0"/>
          </a:p>
          <a:p>
            <a:r>
              <a:rPr lang="en-US" sz="1600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Enterprise Productivity Booster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Reduces repetitive prompting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Encourages standardized Copilot usage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Improves onboarding for new developers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Enables scalable AI adoption</a:t>
            </a:r>
          </a:p>
        </p:txBody>
      </p:sp>
    </p:spTree>
    <p:extLst>
      <p:ext uri="{BB962C8B-B14F-4D97-AF65-F5344CB8AC3E}">
        <p14:creationId xmlns:p14="http://schemas.microsoft.com/office/powerpoint/2010/main" val="2468377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45FED-5A93-9627-A306-E50C42F90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EF8CF6E0-0B46-6D3E-664F-46AA56BD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19599"/>
            <a:ext cx="8522519" cy="832913"/>
          </a:xfrm>
        </p:spPr>
        <p:txBody>
          <a:bodyPr/>
          <a:lstStyle/>
          <a:p>
            <a:r>
              <a:rPr lang="en-US" sz="3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Next….</a:t>
            </a:r>
            <a:br>
              <a:rPr lang="en-US" sz="3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US" sz="3600" b="1" dirty="0"/>
            </a:br>
            <a:br>
              <a:rPr lang="en-US" sz="3600" b="1" dirty="0"/>
            </a:br>
            <a:endParaRPr lang="en-US" sz="3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B025BD-FB87-E149-A852-B2524DCEF07E}"/>
              </a:ext>
            </a:extLst>
          </p:cNvPr>
          <p:cNvSpPr txBox="1"/>
          <p:nvPr/>
        </p:nvSpPr>
        <p:spPr>
          <a:xfrm>
            <a:off x="539999" y="1052512"/>
            <a:ext cx="11089776" cy="49552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AI Policy Enforcement Engine</a:t>
            </a:r>
            <a:br>
              <a:rPr lang="en-US" sz="1600" dirty="0"/>
            </a:br>
            <a:r>
              <a:rPr lang="en-US" sz="1200" dirty="0"/>
              <a:t>Before injecting prompt: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/>
              <a:t>Check for restricted keywords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/>
              <a:t>Enforce secure coding policy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/>
              <a:t>Prevent unsafe instructions</a:t>
            </a:r>
          </a:p>
          <a:p>
            <a:r>
              <a:rPr lang="en-US" sz="1200" b="1" dirty="0"/>
              <a:t>Impacts: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/>
              <a:t>Compliance &amp; security control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/>
              <a:t>Aligns with corporate AI policy</a:t>
            </a:r>
          </a:p>
          <a:p>
            <a:endParaRPr lang="en-US" sz="1600" b="1" kern="100" dirty="0">
              <a:solidFill>
                <a:srgbClr val="0070C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600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Context-Aware Injection</a:t>
            </a:r>
            <a:endParaRPr lang="en-US" sz="1200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/>
              <a:t>Detects project type / language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/>
              <a:t>Injects relevant instructions dynamically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/>
              <a:t>Avoids static one-size-fits-all prompts</a:t>
            </a:r>
            <a:endParaRPr lang="en-US" sz="1200" b="1" dirty="0"/>
          </a:p>
          <a:p>
            <a:r>
              <a:rPr lang="en-US" sz="1200" b="1" dirty="0"/>
              <a:t>Impact:</a:t>
            </a:r>
            <a:r>
              <a:rPr lang="en-US" sz="1200" dirty="0"/>
              <a:t> Smarter, context-sensitive AI usage</a:t>
            </a:r>
          </a:p>
          <a:p>
            <a:endParaRPr lang="en-US" sz="1200" dirty="0"/>
          </a:p>
          <a:p>
            <a:r>
              <a:rPr lang="en-US" sz="1600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Prompt Execution History &amp; Replay</a:t>
            </a:r>
            <a:endParaRPr lang="en-US" sz="1200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/>
              <a:t>Store executed agent prompts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/>
              <a:t>Allow replay with: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/>
              <a:t>Same instructions: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200" dirty="0"/>
              <a:t>Modified user input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200" dirty="0"/>
              <a:t>Compare outputs</a:t>
            </a:r>
          </a:p>
          <a:p>
            <a:r>
              <a:rPr lang="en-US" sz="1200" b="1" dirty="0"/>
              <a:t>Impacts: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/>
              <a:t>Debug AI behavior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/>
              <a:t>Knowledge reuse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/>
              <a:t>Audit traceability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52344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9F00A-F6BF-3923-322A-6F36031B1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F10294B9-0C9B-B67A-6695-D7DDB6C87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19599"/>
            <a:ext cx="8522519" cy="832913"/>
          </a:xfrm>
        </p:spPr>
        <p:txBody>
          <a:bodyPr/>
          <a:lstStyle/>
          <a:p>
            <a:r>
              <a:rPr lang="en-US" sz="3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Next….</a:t>
            </a:r>
            <a:br>
              <a:rPr lang="en-US" sz="3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US" sz="3600" b="1" dirty="0"/>
            </a:br>
            <a:br>
              <a:rPr lang="en-US" sz="3600" b="1" dirty="0"/>
            </a:br>
            <a:endParaRPr lang="en-US" sz="3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4F00BB-39BC-BB4F-C63C-7993079630C3}"/>
              </a:ext>
            </a:extLst>
          </p:cNvPr>
          <p:cNvSpPr txBox="1"/>
          <p:nvPr/>
        </p:nvSpPr>
        <p:spPr>
          <a:xfrm>
            <a:off x="539999" y="1052512"/>
            <a:ext cx="11089776" cy="1815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Team Analytics Dashboard </a:t>
            </a:r>
            <a:br>
              <a:rPr lang="en-US" sz="1600" dirty="0"/>
            </a:br>
            <a:r>
              <a:rPr lang="en-US" sz="1200" b="1" dirty="0"/>
              <a:t>Track: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/>
              <a:t>Which agents are used most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/>
              <a:t>Frequency of usage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/>
              <a:t>Adoption per team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/>
              <a:t>Productivity patterns</a:t>
            </a:r>
          </a:p>
          <a:p>
            <a:r>
              <a:rPr lang="en-US" sz="1200" b="1" dirty="0"/>
              <a:t>Impacts: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/>
              <a:t>Enterprise AI governance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/>
              <a:t>Measure ROI of Copilot usage</a:t>
            </a:r>
          </a:p>
        </p:txBody>
      </p:sp>
    </p:spTree>
    <p:extLst>
      <p:ext uri="{BB962C8B-B14F-4D97-AF65-F5344CB8AC3E}">
        <p14:creationId xmlns:p14="http://schemas.microsoft.com/office/powerpoint/2010/main" val="4234284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F3379-E7AC-A6AC-D85B-03492CBDC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E80FB825-014D-1906-FD79-5D6740EAD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19599"/>
            <a:ext cx="8522519" cy="832913"/>
          </a:xfrm>
        </p:spPr>
        <p:txBody>
          <a:bodyPr/>
          <a:lstStyle/>
          <a:p>
            <a:r>
              <a:rPr lang="en-US" sz="36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Shadow Pilot</a:t>
            </a:r>
            <a:br>
              <a:rPr lang="en-US" sz="3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US" sz="3600" b="1" dirty="0"/>
            </a:br>
            <a:br>
              <a:rPr lang="en-US" sz="3600" b="1" dirty="0"/>
            </a:br>
            <a:endParaRPr lang="en-US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F3B30B-8130-C066-A3D7-C381A0645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171" y="938670"/>
            <a:ext cx="7646515" cy="43359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B73E9C-BC27-1160-61B8-943951EBB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543" y="3106657"/>
            <a:ext cx="3567934" cy="309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767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0AC0E-8849-4BA3-46D4-E2C5FC74B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683DBF3C-85AD-BB1D-26ED-EDC547974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19599"/>
            <a:ext cx="8522519" cy="832913"/>
          </a:xfrm>
        </p:spPr>
        <p:txBody>
          <a:bodyPr/>
          <a:lstStyle/>
          <a:p>
            <a:r>
              <a:rPr lang="en-US" sz="3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Shadow Pilot solved the Problem</a:t>
            </a:r>
            <a:br>
              <a:rPr lang="en-US" sz="3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US" sz="3600" b="1" dirty="0"/>
            </a:br>
            <a:br>
              <a:rPr lang="en-US" sz="3600" b="1" dirty="0"/>
            </a:br>
            <a:endParaRPr lang="en-US" sz="3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A6D076-8455-0243-8BC9-19AA2ABA083E}"/>
              </a:ext>
            </a:extLst>
          </p:cNvPr>
          <p:cNvSpPr txBox="1"/>
          <p:nvPr/>
        </p:nvSpPr>
        <p:spPr>
          <a:xfrm>
            <a:off x="539999" y="1052512"/>
            <a:ext cx="11089776" cy="23559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Shadow Pilot – The Bridge</a:t>
            </a:r>
            <a:br>
              <a:rPr lang="en-US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</a:br>
            <a:endParaRPr lang="en-US" b="1" kern="100" dirty="0">
              <a:solidFill>
                <a:srgbClr val="0070C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dirty="0"/>
              <a:t>Opens Copilot Chat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dirty="0"/>
              <a:t>Writes structured prompts into the chat input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dirty="0"/>
              <a:t>Triggers execution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dirty="0"/>
              <a:t>Mimics agent behavior until Microsoft makes it official</a:t>
            </a:r>
            <a:br>
              <a:rPr lang="en-US" sz="1600" dirty="0"/>
            </a:b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39ADFB-1200-99FA-4D50-044829D382A1}"/>
              </a:ext>
            </a:extLst>
          </p:cNvPr>
          <p:cNvSpPr txBox="1"/>
          <p:nvPr/>
        </p:nvSpPr>
        <p:spPr>
          <a:xfrm>
            <a:off x="539999" y="4028458"/>
            <a:ext cx="10827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When Microsoft introduces native agent APIs, this workaround may be </a:t>
            </a:r>
            <a:r>
              <a:rPr lang="en-US" b="1" dirty="0"/>
              <a:t>deprecated or unnecessary </a:t>
            </a:r>
            <a:r>
              <a:rPr lang="en-US" dirty="0"/>
              <a:t>and</a:t>
            </a:r>
            <a:r>
              <a:rPr lang="en-US" b="1" dirty="0"/>
              <a:t> Shadow Pilot</a:t>
            </a:r>
            <a:r>
              <a:rPr lang="en-US" dirty="0"/>
              <a:t> can directly use those APIs</a:t>
            </a:r>
          </a:p>
        </p:txBody>
      </p:sp>
    </p:spTree>
    <p:extLst>
      <p:ext uri="{BB962C8B-B14F-4D97-AF65-F5344CB8AC3E}">
        <p14:creationId xmlns:p14="http://schemas.microsoft.com/office/powerpoint/2010/main" val="515620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66D79-4892-7885-AB49-D1442F405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FAF8C086-7399-BC79-1B00-91E2A4A7B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19599"/>
            <a:ext cx="8522519" cy="832913"/>
          </a:xfrm>
        </p:spPr>
        <p:txBody>
          <a:bodyPr/>
          <a:lstStyle/>
          <a:p>
            <a:r>
              <a:rPr lang="en-US" sz="3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Limitations of the Solution</a:t>
            </a:r>
            <a:br>
              <a:rPr lang="en-US" sz="3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US" sz="3600" b="1" dirty="0"/>
            </a:br>
            <a:br>
              <a:rPr lang="en-US" sz="3600" b="1" dirty="0"/>
            </a:br>
            <a:endParaRPr lang="en-US" sz="3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0D56D1-354F-729B-F6FB-86939DB1D8BD}"/>
              </a:ext>
            </a:extLst>
          </p:cNvPr>
          <p:cNvSpPr txBox="1"/>
          <p:nvPr/>
        </p:nvSpPr>
        <p:spPr>
          <a:xfrm>
            <a:off x="539999" y="1052512"/>
            <a:ext cx="11089776" cy="22887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Shadow Pilot – Agent Emulator</a:t>
            </a:r>
            <a:br>
              <a:rPr lang="en-US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</a:br>
            <a:endParaRPr lang="en-US" b="1" kern="100" dirty="0">
              <a:solidFill>
                <a:srgbClr val="0070C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b="1" dirty="0"/>
              <a:t>Not Fully Reliable:</a:t>
            </a:r>
            <a:r>
              <a:rPr lang="en-US" sz="1600" dirty="0"/>
              <a:t> Requires Copilot chat window focus; user interaction during prompt injection can disrupt the process. 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b="1" dirty="0"/>
              <a:t>Relies on UI Workarounds:</a:t>
            </a:r>
            <a:r>
              <a:rPr lang="en-US" sz="1600" dirty="0"/>
              <a:t> No official Copilot or Visual Studio API; depends on text-buffer access and </a:t>
            </a:r>
            <a:r>
              <a:rPr lang="en-US" sz="1600" b="1" dirty="0" err="1"/>
              <a:t>SendKeys</a:t>
            </a:r>
            <a:r>
              <a:rPr lang="en-US" sz="1600" dirty="0"/>
              <a:t>, which may break with UI changes, </a:t>
            </a:r>
            <a:r>
              <a:rPr lang="en-US" sz="1600" b="1" dirty="0"/>
              <a:t>but very less likely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b="1" dirty="0"/>
              <a:t>One-Way Automation:</a:t>
            </a:r>
            <a:r>
              <a:rPr lang="en-US" sz="1600" dirty="0"/>
              <a:t> Cannot read Copilot’s response or detect completion; no feedback loop or error handling. </a:t>
            </a:r>
            <a:br>
              <a:rPr lang="en-US" sz="1600" dirty="0"/>
            </a:b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697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E478A46A-F754-4114-8F23-740239AA3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/>
              <a:t>Closing Message - Q&amp;A</a:t>
            </a:r>
            <a:br>
              <a:rPr lang="en-US" sz="3600" b="1" dirty="0"/>
            </a:br>
            <a:br>
              <a:rPr lang="en-US" sz="3600" b="1" dirty="0"/>
            </a:br>
            <a:endParaRPr 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1ADAA-26D0-B741-5F83-6F9F8F624A55}"/>
              </a:ext>
            </a:extLst>
          </p:cNvPr>
          <p:cNvSpPr txBox="1"/>
          <p:nvPr/>
        </p:nvSpPr>
        <p:spPr>
          <a:xfrm>
            <a:off x="1479675" y="2396730"/>
            <a:ext cx="9210424" cy="1987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Shadow Pilot transforms GitHub Copilot from an ad-hoc assistant into a structured, governed AI workflow engine inside Visual Studio.</a:t>
            </a:r>
            <a:br>
              <a:rPr lang="en-US" dirty="0"/>
            </a:br>
            <a:br>
              <a:rPr lang="en-US" dirty="0"/>
            </a:b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Copilot is a productivity amplifier </a:t>
            </a: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only when it's integrated into real workflows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Focus on </a:t>
            </a: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use-case relevance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developer education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and </a:t>
            </a: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continuous improvement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rather than just license utilization.</a:t>
            </a:r>
          </a:p>
        </p:txBody>
      </p:sp>
    </p:spTree>
    <p:extLst>
      <p:ext uri="{BB962C8B-B14F-4D97-AF65-F5344CB8AC3E}">
        <p14:creationId xmlns:p14="http://schemas.microsoft.com/office/powerpoint/2010/main" val="31367568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6ff8cae-daab-4e62-bf63-7b5f2e8ea71d"/>
  <p:tag name="UNDO_REDO_REVISION" val="0"/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MBAQEBAQEBAQEBAQEBAQIAAAAAAAAAAwAAAAMAAAAA/////wQADwwAAAAAAAAAAAAAIAD///////////////8AAAD///////////////8DAAAAAgD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GAP///////wQAAAACABAAC2cBuhdelV9FgbTnQ5bYMFEFAAAAAAADAAAAAAADAAAAAwADAAAAAAD///////8DAAAAAAD///////8DAAAAAAD///////8DAAAAAAD///////8DAAAAAAD///////8DAAEA////////BAAAAAMAEAAL2+W0bS2DiEa/1JNKcrZPVAU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AgMAAAAAAAAAAAAACAB////////////////AAAA////////////////BAAAAAMA////////BAAAAAMA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aAAZMaW5rZWRTaGFwZXNEYXRhUHJvcGVydHlfMAUAAAAAAAQAAAADAAQAAAABAAQAAAADAP///////wMAAwEDAAAAAwD///////8lAAZMaW5rZWRTaGFwZVByZXNlbnRhdGlvblNldHRpbmdzRGF0YV8wBQAAAAEABAAAAAAABAAAAAIABAAAAAAABAAAAAIABA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GcBuhdelV9FgbTnQ5bYMFEDRGF0YQAbAAAABExpbmtlZFNoYXBlRGF0YQAFAAAAAAACTmFtZQAZAAAATGlua2VkU2hhcGVzRGF0YVByb3BlcnR5ABBWZXJzaW9uAAAAAAAJTGFzdFdyaXRlAKF0zP6GAQAAAAEA/////8YAxgAAAAVfaWQAEAAAAATb5bRtLYOIRr/Uk0pytk9UA0RhdGEAUwAAAAhQcmVzZW50YXRpb25TY2FubmVkRm9yTGlua2VkU2hhcGVzAAECTnVtYmVyRm9ybWF0U2VwYXJhdG9yTW9kZQAKAAAAQXV0b21hdGljAAACTmFtZQAkAAAATGlua2VkU2hhcGVQcmVzZW50YXRpb25TZXR0aW5nc0RhdGEAEFZlcnNpb24AAAAAAAlMYXN0V3JpdGUAuHTM/oY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SH_PPT_template_16x9_V201808_Calibri">
  <a:themeElements>
    <a:clrScheme name="Siemens Healthineers">
      <a:dk1>
        <a:srgbClr val="000000"/>
      </a:dk1>
      <a:lt1>
        <a:srgbClr val="FFFFFF"/>
      </a:lt1>
      <a:dk2>
        <a:srgbClr val="BFBFBF"/>
      </a:dk2>
      <a:lt2>
        <a:srgbClr val="EC6602"/>
      </a:lt2>
      <a:accent1>
        <a:srgbClr val="EC6602"/>
      </a:accent1>
      <a:accent2>
        <a:srgbClr val="000000"/>
      </a:accent2>
      <a:accent3>
        <a:srgbClr val="009999"/>
      </a:accent3>
      <a:accent4>
        <a:srgbClr val="404040"/>
      </a:accent4>
      <a:accent5>
        <a:srgbClr val="808080"/>
      </a:accent5>
      <a:accent6>
        <a:srgbClr val="BFBFBF"/>
      </a:accent6>
      <a:hlink>
        <a:srgbClr val="000000"/>
      </a:hlink>
      <a:folHlink>
        <a:srgbClr val="808080"/>
      </a:folHlink>
    </a:clrScheme>
    <a:fontScheme name="Siemens Healthineer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tx1"/>
          </a:solidFill>
          <a:prstDash val="soli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/>
        </a:defPPr>
      </a:lstStyle>
    </a:txDef>
  </a:objectDefaults>
  <a:extraClrSchemeLst/>
  <a:custClrLst>
    <a:custClr name="Siemens Petrol 100%">
      <a:srgbClr val="009999"/>
    </a:custClr>
    <a:custClr name="Healthy Orange 100%">
      <a:srgbClr val="EC6602"/>
    </a:custClr>
    <a:custClr name="Blushing Berry 100%">
      <a:srgbClr val="7A162D"/>
    </a:custClr>
    <a:custClr name="SH Red 100%">
      <a:srgbClr val="E7001D"/>
    </a:custClr>
    <a:custClr name="SH Yellow 100%">
      <a:srgbClr val="FFD200"/>
    </a:custClr>
    <a:custClr name="SH Cyan 100%">
      <a:srgbClr val="3ABFED"/>
    </a:custClr>
    <a:custClr name="SH Blue 100%">
      <a:srgbClr val="2B2483"/>
    </a:custClr>
    <a:custClr name="SH Green 100%">
      <a:srgbClr val="009A38"/>
    </a:custClr>
    <a:custClr name="SH Black 100%">
      <a:srgbClr val="1B1B1B"/>
    </a:custClr>
    <a:custClr name="White">
      <a:srgbClr val="FFFFFF"/>
    </a:custClr>
    <a:custClr name="Siemens Petrol  50%">
      <a:srgbClr val="87D2D2"/>
    </a:custClr>
    <a:custClr name="Healthy Orange  50%">
      <a:srgbClr val="F9B591"/>
    </a:custClr>
    <a:custClr name="Blushing Berry  50%">
      <a:srgbClr val="C69B9E"/>
    </a:custClr>
    <a:custClr name="SH Red  50%">
      <a:srgbClr val="F3808E"/>
    </a:custClr>
    <a:custClr name="SH Yellow  50%">
      <a:srgbClr val="FFE980"/>
    </a:custClr>
    <a:custClr name="SH Cyan  50%">
      <a:srgbClr val="9DDFF6"/>
    </a:custClr>
    <a:custClr name="SH Blue  50%">
      <a:srgbClr val="9592C1"/>
    </a:custClr>
    <a:custClr name="SH Green  50%">
      <a:srgbClr val="80CC9C"/>
    </a:custClr>
    <a:custClr name="SH Black  75%">
      <a:srgbClr val="929292"/>
    </a:custClr>
    <a:custClr name="White">
      <a:srgbClr val="FFFFFF"/>
    </a:custClr>
    <a:custClr name="Siemens Petrol  25%">
      <a:srgbClr val="C8E6E6"/>
    </a:custClr>
    <a:custClr name="Healthy Orange  25%">
      <a:srgbClr val="FDDDCB"/>
    </a:custClr>
    <a:custClr name="Blushing Berry  25%">
      <a:srgbClr val="E9D1D4"/>
    </a:custClr>
    <a:custClr name="SH Red  25%">
      <a:srgbClr val="F9BFC7"/>
    </a:custClr>
    <a:custClr name="SH Yellow  25%">
      <a:srgbClr val="FFF3BF"/>
    </a:custClr>
    <a:custClr name="SH Cyan  25%">
      <a:srgbClr val="CEEFFB"/>
    </a:custClr>
    <a:custClr name="SH Blue  25%">
      <a:srgbClr val="CAC8E0"/>
    </a:custClr>
    <a:custClr name="SH Green  25%">
      <a:srgbClr val="BFE6CD"/>
    </a:custClr>
    <a:custClr name="SH Black  50%">
      <a:srgbClr val="B7B7B7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SH Black  25%">
      <a:srgbClr val="D0D0D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SH Black  10%">
      <a:srgbClr val="ECECEC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Presentation1" id="{855AE5F3-6DA6-47E8-9B44-7F65CD7B77D5}" vid="{354E1AB3-D704-4E82-9007-E15AEC9DBDFC}"/>
    </a:ext>
  </a:extLst>
</a:theme>
</file>

<file path=ppt/theme/theme2.xml><?xml version="1.0" encoding="utf-8"?>
<a:theme xmlns:a="http://schemas.openxmlformats.org/drawingml/2006/main" name="Larissa">
  <a:themeElements>
    <a:clrScheme name="Siemens Healthineers">
      <a:dk1>
        <a:srgbClr val="000000"/>
      </a:dk1>
      <a:lt1>
        <a:srgbClr val="FFFFFF"/>
      </a:lt1>
      <a:dk2>
        <a:srgbClr val="BFBFBF"/>
      </a:dk2>
      <a:lt2>
        <a:srgbClr val="EC6602"/>
      </a:lt2>
      <a:accent1>
        <a:srgbClr val="EC6602"/>
      </a:accent1>
      <a:accent2>
        <a:srgbClr val="000000"/>
      </a:accent2>
      <a:accent3>
        <a:srgbClr val="009999"/>
      </a:accent3>
      <a:accent4>
        <a:srgbClr val="404040"/>
      </a:accent4>
      <a:accent5>
        <a:srgbClr val="808080"/>
      </a:accent5>
      <a:accent6>
        <a:srgbClr val="BFBFBF"/>
      </a:accent6>
      <a:hlink>
        <a:srgbClr val="000000"/>
      </a:hlink>
      <a:folHlink>
        <a:srgbClr val="808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iemens Healthineers">
      <a:dk1>
        <a:srgbClr val="000000"/>
      </a:dk1>
      <a:lt1>
        <a:srgbClr val="FFFFFF"/>
      </a:lt1>
      <a:dk2>
        <a:srgbClr val="BFBFBF"/>
      </a:dk2>
      <a:lt2>
        <a:srgbClr val="EC6602"/>
      </a:lt2>
      <a:accent1>
        <a:srgbClr val="EC6602"/>
      </a:accent1>
      <a:accent2>
        <a:srgbClr val="000000"/>
      </a:accent2>
      <a:accent3>
        <a:srgbClr val="009999"/>
      </a:accent3>
      <a:accent4>
        <a:srgbClr val="404040"/>
      </a:accent4>
      <a:accent5>
        <a:srgbClr val="808080"/>
      </a:accent5>
      <a:accent6>
        <a:srgbClr val="BFBFBF"/>
      </a:accent6>
      <a:hlink>
        <a:srgbClr val="000000"/>
      </a:hlink>
      <a:folHlink>
        <a:srgbClr val="808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VariableListDefinition name="AD_HOC" displayName="AD_HOC" id="7690555e-f1c0-417b-8bfa-af01814dd9ab" isdomainofvalue="False" dataSourceId="2646fb72-1c39-4a96-a364-9ffa8c56fd3e"/>
</file>

<file path=customXml/item2.xml><?xml version="1.0" encoding="utf-8"?>
<VariableList UniqueId="4318a6f2-bcec-4906-a222-7ecbb1d29109" Name="System" ContentType="XML" MajorVersion="0" MinorVersion="1" isLocalCopy="False" IsBaseObject="False" DataSourceId="27563e76-b085-4823-9088-9d5a8c59f2c0" DataSourceMajorVersion="0" DataSourceMinorVersion="1"/>
</file>

<file path=customXml/item3.xml><?xml version="1.0" encoding="utf-8"?>
<VariableListDefinition name="System" displayName="System" id="4318a6f2-bcec-4906-a222-7ecbb1d29109" isdomainofvalue="False" dataSourceId="27563e76-b085-4823-9088-9d5a8c59f2c0"/>
</file>

<file path=customXml/item4.xml><?xml version="1.0" encoding="utf-8"?>
<VariableList UniqueId="7690555e-f1c0-417b-8bfa-af01814dd9ab" Name="AD_HOC" ContentType="XML" MajorVersion="0" MinorVersion="1" isLocalCopy="False" IsBaseObject="False" DataSourceId="2646fb72-1c39-4a96-a364-9ffa8c56fd3e" DataSourceMajorVersion="0" DataSourceMinorVersion="1"/>
</file>

<file path=customXml/item5.xml><?xml version="1.0" encoding="utf-8"?>
<VariableList UniqueId="0e22c224-88fc-4f27-8f41-b33ec50c30ac" Name="Computed" ContentType="XML" MajorVersion="0" MinorVersion="1" isLocalCopy="False" IsBaseObject="False" DataSourceId="7d2beb25-a964-4ff6-97aa-33dae838af2b" DataSourceMajorVersion="0" DataSourceMinorVersion="1"/>
</file>

<file path=customXml/item6.xml><?xml version="1.0" encoding="utf-8"?>
<VariableListDefinition name="Computed" displayName="Computed" id="0e22c224-88fc-4f27-8f41-b33ec50c30ac" isdomainofvalue="False" dataSourceId="7d2beb25-a964-4ff6-97aa-33dae838af2b"/>
</file>

<file path=customXml/item7.xml><?xml version="1.0" encoding="utf-8"?>
<AllExternalAdhocVariableMappings/>
</file>

<file path=customXml/itemProps1.xml><?xml version="1.0" encoding="utf-8"?>
<ds:datastoreItem xmlns:ds="http://schemas.openxmlformats.org/officeDocument/2006/customXml" ds:itemID="{6BB7D2BE-295A-41F3-8769-22851359CD9B}">
  <ds:schemaRefs/>
</ds:datastoreItem>
</file>

<file path=customXml/itemProps2.xml><?xml version="1.0" encoding="utf-8"?>
<ds:datastoreItem xmlns:ds="http://schemas.openxmlformats.org/officeDocument/2006/customXml" ds:itemID="{F718C08A-00AD-4875-B43F-9FB3CDBB4DA5}">
  <ds:schemaRefs/>
</ds:datastoreItem>
</file>

<file path=customXml/itemProps3.xml><?xml version="1.0" encoding="utf-8"?>
<ds:datastoreItem xmlns:ds="http://schemas.openxmlformats.org/officeDocument/2006/customXml" ds:itemID="{70CFEFE2-859D-4511-AC37-42F0B7B7EE1F}">
  <ds:schemaRefs/>
</ds:datastoreItem>
</file>

<file path=customXml/itemProps4.xml><?xml version="1.0" encoding="utf-8"?>
<ds:datastoreItem xmlns:ds="http://schemas.openxmlformats.org/officeDocument/2006/customXml" ds:itemID="{2A61D509-F0C5-4B67-A7BC-400B3788CE19}">
  <ds:schemaRefs/>
</ds:datastoreItem>
</file>

<file path=customXml/itemProps5.xml><?xml version="1.0" encoding="utf-8"?>
<ds:datastoreItem xmlns:ds="http://schemas.openxmlformats.org/officeDocument/2006/customXml" ds:itemID="{A9C95A0C-928A-4BB4-8F0B-BA25A87004F3}">
  <ds:schemaRefs/>
</ds:datastoreItem>
</file>

<file path=customXml/itemProps6.xml><?xml version="1.0" encoding="utf-8"?>
<ds:datastoreItem xmlns:ds="http://schemas.openxmlformats.org/officeDocument/2006/customXml" ds:itemID="{3A534C47-0182-44E9-BE0F-EAABFF83DA15}">
  <ds:schemaRefs/>
</ds:datastoreItem>
</file>

<file path=customXml/itemProps7.xml><?xml version="1.0" encoding="utf-8"?>
<ds:datastoreItem xmlns:ds="http://schemas.openxmlformats.org/officeDocument/2006/customXml" ds:itemID="{00156865-B736-452B-A4E4-37BB5F57E751}">
  <ds:schemaRefs/>
</ds:datastoreItem>
</file>

<file path=docMetadata/LabelInfo.xml><?xml version="1.0" encoding="utf-8"?>
<clbl:labelList xmlns:clbl="http://schemas.microsoft.com/office/2020/mipLabelMetadata">
  <clbl:label id="{ff6dbec8-95a8-4638-9f5f-bd076536645c}" enabled="1" method="Standard" siteId="{5dbf1add-202a-4b8d-815b-bf0fb024e03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AgileDays2023-Automation Test analysis by AI Tool suite - NightrunCompanion</Template>
  <TotalTime>5366</TotalTime>
  <Words>693</Words>
  <Application>Microsoft Office PowerPoint</Application>
  <PresentationFormat>Custom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Wingdings</vt:lpstr>
      <vt:lpstr>SH_PPT_template_16x9_V201808_Calibri</vt:lpstr>
      <vt:lpstr>Automating GitHub Copilot Chat: The Missing Bridge Inside Visual Studio</vt:lpstr>
      <vt:lpstr>Why this Extension is important?   </vt:lpstr>
      <vt:lpstr>Advantages   </vt:lpstr>
      <vt:lpstr>Advantages   </vt:lpstr>
      <vt:lpstr>Next….   </vt:lpstr>
      <vt:lpstr>Next….   </vt:lpstr>
      <vt:lpstr>Shadow Pilot   </vt:lpstr>
      <vt:lpstr>How Shadow Pilot solved the Problem   </vt:lpstr>
      <vt:lpstr>Limitations of the Solution   </vt:lpstr>
      <vt:lpstr>Closing Message - Q&amp;A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Optional subhead</dc:title>
  <dc:subject>Siemens Healthineers PPT-Template Basic Version</dc:subject>
  <dc:creator>Devadiga, Aruna</dc:creator>
  <dc:description>January 2023</dc:description>
  <cp:lastModifiedBy>Devadiga, Aruna</cp:lastModifiedBy>
  <cp:revision>359</cp:revision>
  <dcterms:created xsi:type="dcterms:W3CDTF">2023-09-18T07:43:50Z</dcterms:created>
  <dcterms:modified xsi:type="dcterms:W3CDTF">2026-02-19T16:40:14Z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f6dbec8-95a8-4638-9f5f-bd076536645c_Enabled">
    <vt:lpwstr>true</vt:lpwstr>
  </property>
  <property fmtid="{D5CDD505-2E9C-101B-9397-08002B2CF9AE}" pid="3" name="MSIP_Label_ff6dbec8-95a8-4638-9f5f-bd076536645c_SetDate">
    <vt:lpwstr>2022-01-17T14:42:41Z</vt:lpwstr>
  </property>
  <property fmtid="{D5CDD505-2E9C-101B-9397-08002B2CF9AE}" pid="4" name="MSIP_Label_ff6dbec8-95a8-4638-9f5f-bd076536645c_Method">
    <vt:lpwstr>Standard</vt:lpwstr>
  </property>
  <property fmtid="{D5CDD505-2E9C-101B-9397-08002B2CF9AE}" pid="5" name="MSIP_Label_ff6dbec8-95a8-4638-9f5f-bd076536645c_Name">
    <vt:lpwstr>Restricted - Default</vt:lpwstr>
  </property>
  <property fmtid="{D5CDD505-2E9C-101B-9397-08002B2CF9AE}" pid="6" name="MSIP_Label_ff6dbec8-95a8-4638-9f5f-bd076536645c_SiteId">
    <vt:lpwstr>5dbf1add-202a-4b8d-815b-bf0fb024e033</vt:lpwstr>
  </property>
  <property fmtid="{D5CDD505-2E9C-101B-9397-08002B2CF9AE}" pid="7" name="MSIP_Label_ff6dbec8-95a8-4638-9f5f-bd076536645c_ActionId">
    <vt:lpwstr>9edd446f-1471-43b6-916d-e47369feafce</vt:lpwstr>
  </property>
  <property fmtid="{D5CDD505-2E9C-101B-9397-08002B2CF9AE}" pid="8" name="MSIP_Label_ff6dbec8-95a8-4638-9f5f-bd076536645c_ContentBits">
    <vt:lpwstr>0</vt:lpwstr>
  </property>
</Properties>
</file>